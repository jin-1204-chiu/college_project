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杨任东竹石体" panose="02020500000000000000" charset="-122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eg"/><Relationship Id="rId5" Type="http://schemas.openxmlformats.org/officeDocument/2006/relationships/image" Target="../media/image3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youtu.be/tX0Dwd4_uZA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60189" y="55887"/>
            <a:ext cx="12491618" cy="3680901"/>
          </a:xfrm>
          <a:custGeom>
            <a:avLst/>
            <a:gdLst/>
            <a:ahLst/>
            <a:cxnLst/>
            <a:rect l="l" t="t" r="r" b="b"/>
            <a:pathLst>
              <a:path w="10262328" h="3455409">
                <a:moveTo>
                  <a:pt x="0" y="0"/>
                </a:moveTo>
                <a:lnTo>
                  <a:pt x="10262328" y="0"/>
                </a:lnTo>
                <a:lnTo>
                  <a:pt x="10262328" y="3455409"/>
                </a:lnTo>
                <a:lnTo>
                  <a:pt x="0" y="3455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015" b="-4015"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2924479" y="6300810"/>
            <a:ext cx="12491618" cy="3986190"/>
          </a:xfrm>
          <a:custGeom>
            <a:avLst/>
            <a:gdLst/>
            <a:ahLst/>
            <a:cxnLst/>
            <a:rect l="l" t="t" r="r" b="b"/>
            <a:pathLst>
              <a:path w="10262328" h="3455409">
                <a:moveTo>
                  <a:pt x="10262328" y="3455408"/>
                </a:moveTo>
                <a:lnTo>
                  <a:pt x="0" y="3455408"/>
                </a:lnTo>
                <a:lnTo>
                  <a:pt x="0" y="0"/>
                </a:lnTo>
                <a:lnTo>
                  <a:pt x="10262328" y="0"/>
                </a:lnTo>
                <a:lnTo>
                  <a:pt x="10262328" y="3455408"/>
                </a:lnTo>
                <a:close/>
              </a:path>
            </a:pathLst>
          </a:custGeom>
          <a:blipFill>
            <a:blip r:embed="rId3"/>
            <a:stretch>
              <a:fillRect t="-4015" b="-401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16097" y="0"/>
            <a:ext cx="1777953" cy="1580156"/>
          </a:xfrm>
          <a:custGeom>
            <a:avLst/>
            <a:gdLst/>
            <a:ahLst/>
            <a:cxnLst/>
            <a:rect l="l" t="t" r="r" b="b"/>
            <a:pathLst>
              <a:path w="1777953" h="1580156">
                <a:moveTo>
                  <a:pt x="0" y="0"/>
                </a:moveTo>
                <a:lnTo>
                  <a:pt x="1777954" y="0"/>
                </a:lnTo>
                <a:lnTo>
                  <a:pt x="1777954" y="1580156"/>
                </a:lnTo>
                <a:lnTo>
                  <a:pt x="0" y="1580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342965" y="7690678"/>
            <a:ext cx="3403846" cy="3025168"/>
          </a:xfrm>
          <a:custGeom>
            <a:avLst/>
            <a:gdLst/>
            <a:ahLst/>
            <a:cxnLst/>
            <a:rect l="l" t="t" r="r" b="b"/>
            <a:pathLst>
              <a:path w="3403846" h="3025168">
                <a:moveTo>
                  <a:pt x="3403846" y="0"/>
                </a:moveTo>
                <a:lnTo>
                  <a:pt x="0" y="0"/>
                </a:lnTo>
                <a:lnTo>
                  <a:pt x="0" y="3025168"/>
                </a:lnTo>
                <a:lnTo>
                  <a:pt x="3403846" y="3025168"/>
                </a:lnTo>
                <a:lnTo>
                  <a:pt x="340384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08991" y="4584371"/>
            <a:ext cx="2084755" cy="1852826"/>
          </a:xfrm>
          <a:custGeom>
            <a:avLst/>
            <a:gdLst/>
            <a:ahLst/>
            <a:cxnLst/>
            <a:rect l="l" t="t" r="r" b="b"/>
            <a:pathLst>
              <a:path w="2084755" h="1852826">
                <a:moveTo>
                  <a:pt x="2084755" y="0"/>
                </a:moveTo>
                <a:lnTo>
                  <a:pt x="0" y="0"/>
                </a:lnTo>
                <a:lnTo>
                  <a:pt x="0" y="1852826"/>
                </a:lnTo>
                <a:lnTo>
                  <a:pt x="2084755" y="1852826"/>
                </a:lnTo>
                <a:lnTo>
                  <a:pt x="2084755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38909">
            <a:off x="1709062" y="1981822"/>
            <a:ext cx="898509" cy="898509"/>
          </a:xfrm>
          <a:custGeom>
            <a:avLst/>
            <a:gdLst/>
            <a:ahLst/>
            <a:cxnLst/>
            <a:rect l="l" t="t" r="r" b="b"/>
            <a:pathLst>
              <a:path w="898509" h="898509">
                <a:moveTo>
                  <a:pt x="0" y="0"/>
                </a:moveTo>
                <a:lnTo>
                  <a:pt x="898509" y="0"/>
                </a:lnTo>
                <a:lnTo>
                  <a:pt x="898509" y="898509"/>
                </a:lnTo>
                <a:lnTo>
                  <a:pt x="0" y="8985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230427" y="2882330"/>
            <a:ext cx="13751142" cy="5074478"/>
            <a:chOff x="0" y="-9525"/>
            <a:chExt cx="18334856" cy="676597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18334856" cy="4759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0"/>
                </a:lnSpc>
              </a:pPr>
              <a:r>
                <a:rPr lang="en-US" sz="11733" dirty="0">
                  <a:solidFill>
                    <a:srgbClr val="000000"/>
                  </a:solidFill>
                  <a:latin typeface="杨任东竹石体"/>
                  <a:ea typeface="杨任东竹石体"/>
                  <a:cs typeface="杨任东竹石体"/>
                  <a:sym typeface="杨任东竹石体"/>
                </a:rPr>
                <a:t>Merry tree, </a:t>
              </a:r>
            </a:p>
            <a:p>
              <a:pPr algn="ctr">
                <a:lnSpc>
                  <a:spcPts val="14080"/>
                </a:lnSpc>
              </a:pPr>
              <a:r>
                <a:rPr lang="en-US" sz="11733" dirty="0">
                  <a:solidFill>
                    <a:srgbClr val="000000"/>
                  </a:solidFill>
                  <a:latin typeface="杨任东竹石体"/>
                  <a:ea typeface="杨任东竹石体"/>
                  <a:cs typeface="杨任东竹石体"/>
                  <a:sym typeface="杨任东竹石体"/>
                </a:rPr>
                <a:t>Marry me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23151" y="5114972"/>
              <a:ext cx="9919704" cy="16414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750"/>
                </a:lnSpc>
              </a:pPr>
              <a:r>
                <a:rPr lang="en-US" sz="5000" dirty="0">
                  <a:solidFill>
                    <a:srgbClr val="000000"/>
                  </a:solidFill>
                  <a:latin typeface="杨任东竹石体"/>
                  <a:ea typeface="杨任东竹石体"/>
                  <a:cs typeface="杨任东竹石体"/>
                  <a:sym typeface="杨任东竹石体"/>
                </a:rPr>
                <a:t>第18</a:t>
              </a:r>
              <a:r>
                <a:rPr lang="zh-TW" altLang="en-US" sz="5000" dirty="0">
                  <a:solidFill>
                    <a:srgbClr val="000000"/>
                  </a:solidFill>
                  <a:latin typeface="杨任东竹石体"/>
                  <a:ea typeface="杨任东竹石体"/>
                  <a:cs typeface="杨任东竹石体"/>
                  <a:sym typeface="杨任东竹石体"/>
                </a:rPr>
                <a:t>組 李月馨、林冠穎</a:t>
              </a:r>
              <a:endParaRPr lang="en-US" altLang="zh-TW" sz="5000" dirty="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endParaRPr>
            </a:p>
            <a:p>
              <a:pPr algn="ctr">
                <a:lnSpc>
                  <a:spcPts val="4750"/>
                </a:lnSpc>
              </a:pPr>
              <a:r>
                <a:rPr lang="zh-TW" altLang="en-US" sz="5000" dirty="0">
                  <a:solidFill>
                    <a:srgbClr val="000000"/>
                  </a:solidFill>
                  <a:latin typeface="杨任东竹石体"/>
                  <a:ea typeface="杨任东竹石体"/>
                  <a:cs typeface="杨任东竹石体"/>
                  <a:sym typeface="杨任东竹石体"/>
                </a:rPr>
                <a:t>第</a:t>
              </a:r>
              <a:r>
                <a:rPr lang="en-US" sz="5000" dirty="0">
                  <a:solidFill>
                    <a:srgbClr val="000000"/>
                  </a:solidFill>
                  <a:latin typeface="杨任东竹石体"/>
                  <a:ea typeface="杨任东竹石体"/>
                  <a:cs typeface="杨任东竹石体"/>
                  <a:sym typeface="杨任东竹石体"/>
                </a:rPr>
                <a:t>21組</a:t>
              </a:r>
              <a:r>
                <a:rPr lang="zh-TW" altLang="en-US" sz="5000" dirty="0">
                  <a:solidFill>
                    <a:srgbClr val="000000"/>
                  </a:solidFill>
                  <a:latin typeface="杨任东竹石体"/>
                  <a:ea typeface="杨任东竹石体"/>
                  <a:cs typeface="杨任东竹石体"/>
                  <a:sym typeface="杨任东竹石体"/>
                </a:rPr>
                <a:t> 邱采嫻、歐家怡</a:t>
              </a:r>
              <a:endParaRPr lang="en-US" sz="5000" dirty="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 rot="-3662291">
            <a:off x="15849144" y="4955042"/>
            <a:ext cx="1411338" cy="1411338"/>
          </a:xfrm>
          <a:custGeom>
            <a:avLst/>
            <a:gdLst/>
            <a:ahLst/>
            <a:cxnLst/>
            <a:rect l="l" t="t" r="r" b="b"/>
            <a:pathLst>
              <a:path w="1411338" h="1411338">
                <a:moveTo>
                  <a:pt x="0" y="0"/>
                </a:moveTo>
                <a:lnTo>
                  <a:pt x="1411338" y="0"/>
                </a:lnTo>
                <a:lnTo>
                  <a:pt x="1411338" y="1411338"/>
                </a:lnTo>
                <a:lnTo>
                  <a:pt x="0" y="14113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991389">
            <a:off x="2074501" y="8008989"/>
            <a:ext cx="1237106" cy="1237106"/>
          </a:xfrm>
          <a:custGeom>
            <a:avLst/>
            <a:gdLst/>
            <a:ahLst/>
            <a:cxnLst/>
            <a:rect l="l" t="t" r="r" b="b"/>
            <a:pathLst>
              <a:path w="1237106" h="1237106">
                <a:moveTo>
                  <a:pt x="0" y="0"/>
                </a:moveTo>
                <a:lnTo>
                  <a:pt x="1237106" y="0"/>
                </a:lnTo>
                <a:lnTo>
                  <a:pt x="1237106" y="1237106"/>
                </a:lnTo>
                <a:lnTo>
                  <a:pt x="0" y="1237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57240">
            <a:off x="247578" y="519606"/>
            <a:ext cx="3343629" cy="2153960"/>
            <a:chOff x="0" y="0"/>
            <a:chExt cx="4458172" cy="2871946"/>
          </a:xfrm>
        </p:grpSpPr>
        <p:sp>
          <p:nvSpPr>
            <p:cNvPr id="4" name="Freeform 4"/>
            <p:cNvSpPr/>
            <p:nvPr/>
          </p:nvSpPr>
          <p:spPr>
            <a:xfrm rot="1972485">
              <a:off x="534769" y="223683"/>
              <a:ext cx="1539486" cy="2424581"/>
            </a:xfrm>
            <a:custGeom>
              <a:avLst/>
              <a:gdLst/>
              <a:ahLst/>
              <a:cxnLst/>
              <a:rect l="l" t="t" r="r" b="b"/>
              <a:pathLst>
                <a:path w="1539486" h="2424581">
                  <a:moveTo>
                    <a:pt x="0" y="0"/>
                  </a:moveTo>
                  <a:lnTo>
                    <a:pt x="1539487" y="0"/>
                  </a:lnTo>
                  <a:lnTo>
                    <a:pt x="1539487" y="2424581"/>
                  </a:lnTo>
                  <a:lnTo>
                    <a:pt x="0" y="2424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938" r="-22938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1917196">
              <a:off x="2396379" y="224438"/>
              <a:ext cx="1539486" cy="2414610"/>
            </a:xfrm>
            <a:custGeom>
              <a:avLst/>
              <a:gdLst/>
              <a:ahLst/>
              <a:cxnLst/>
              <a:rect l="l" t="t" r="r" b="b"/>
              <a:pathLst>
                <a:path w="1539486" h="2414610">
                  <a:moveTo>
                    <a:pt x="0" y="0"/>
                  </a:moveTo>
                  <a:lnTo>
                    <a:pt x="1539486" y="0"/>
                  </a:lnTo>
                  <a:lnTo>
                    <a:pt x="1539486" y="2414611"/>
                  </a:lnTo>
                  <a:lnTo>
                    <a:pt x="0" y="241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638" r="-2263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4152868" y="0"/>
            <a:ext cx="1796440" cy="1596586"/>
          </a:xfrm>
          <a:custGeom>
            <a:avLst/>
            <a:gdLst/>
            <a:ahLst/>
            <a:cxnLst/>
            <a:rect l="l" t="t" r="r" b="b"/>
            <a:pathLst>
              <a:path w="1796440" h="1596586">
                <a:moveTo>
                  <a:pt x="0" y="0"/>
                </a:moveTo>
                <a:lnTo>
                  <a:pt x="1796441" y="0"/>
                </a:lnTo>
                <a:lnTo>
                  <a:pt x="1796441" y="1596586"/>
                </a:lnTo>
                <a:lnTo>
                  <a:pt x="0" y="1596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400000" flipH="1">
            <a:off x="203119" y="5991642"/>
            <a:ext cx="2095629" cy="1862490"/>
          </a:xfrm>
          <a:custGeom>
            <a:avLst/>
            <a:gdLst/>
            <a:ahLst/>
            <a:cxnLst/>
            <a:rect l="l" t="t" r="r" b="b"/>
            <a:pathLst>
              <a:path w="2095629" h="1862490">
                <a:moveTo>
                  <a:pt x="2095628" y="0"/>
                </a:moveTo>
                <a:lnTo>
                  <a:pt x="0" y="0"/>
                </a:lnTo>
                <a:lnTo>
                  <a:pt x="0" y="1862489"/>
                </a:lnTo>
                <a:lnTo>
                  <a:pt x="2095628" y="1862489"/>
                </a:lnTo>
                <a:lnTo>
                  <a:pt x="209562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998385" y="3406336"/>
            <a:ext cx="12461224" cy="8229600"/>
          </a:xfrm>
          <a:custGeom>
            <a:avLst/>
            <a:gdLst/>
            <a:ahLst/>
            <a:cxnLst/>
            <a:rect l="l" t="t" r="r" b="b"/>
            <a:pathLst>
              <a:path w="12461224" h="8229600">
                <a:moveTo>
                  <a:pt x="0" y="0"/>
                </a:moveTo>
                <a:lnTo>
                  <a:pt x="12461224" y="0"/>
                </a:lnTo>
                <a:lnTo>
                  <a:pt x="1246122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5731449" y="2340128"/>
            <a:ext cx="1985331" cy="1764463"/>
          </a:xfrm>
          <a:custGeom>
            <a:avLst/>
            <a:gdLst/>
            <a:ahLst/>
            <a:cxnLst/>
            <a:rect l="l" t="t" r="r" b="b"/>
            <a:pathLst>
              <a:path w="1985331" h="1764463">
                <a:moveTo>
                  <a:pt x="1985331" y="0"/>
                </a:moveTo>
                <a:lnTo>
                  <a:pt x="0" y="0"/>
                </a:lnTo>
                <a:lnTo>
                  <a:pt x="0" y="1764463"/>
                </a:lnTo>
                <a:lnTo>
                  <a:pt x="1985331" y="1764463"/>
                </a:lnTo>
                <a:lnTo>
                  <a:pt x="1985331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0"/>
            <a:ext cx="18288000" cy="10530840"/>
          </a:xfrm>
          <a:custGeom>
            <a:avLst/>
            <a:gdLst/>
            <a:ahLst/>
            <a:cxnLst/>
            <a:rect l="l" t="t" r="r" b="b"/>
            <a:pathLst>
              <a:path w="18288000" h="10530840">
                <a:moveTo>
                  <a:pt x="0" y="0"/>
                </a:moveTo>
                <a:lnTo>
                  <a:pt x="18288000" y="0"/>
                </a:lnTo>
                <a:lnTo>
                  <a:pt x="18288000" y="10530840"/>
                </a:lnTo>
                <a:lnTo>
                  <a:pt x="0" y="10530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293836" y="1577536"/>
            <a:ext cx="12205107" cy="182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10"/>
              </a:lnSpc>
            </a:pPr>
            <a:r>
              <a:rPr lang="en-US" sz="1192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目錄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93836" y="3528620"/>
            <a:ext cx="12205107" cy="528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46" lvl="1" indent="-593723" algn="l">
              <a:lnSpc>
                <a:spcPts val="8469"/>
              </a:lnSpc>
              <a:buFont typeface="Arial"/>
              <a:buChar char="•"/>
            </a:pPr>
            <a:r>
              <a:rPr lang="en-US" sz="5499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專題說明</a:t>
            </a:r>
          </a:p>
          <a:p>
            <a:pPr marL="1187446" lvl="1" indent="-593723" algn="l">
              <a:lnSpc>
                <a:spcPts val="8469"/>
              </a:lnSpc>
              <a:buFont typeface="Arial"/>
              <a:buChar char="•"/>
            </a:pPr>
            <a:r>
              <a:rPr lang="en-US" sz="5499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電路圖</a:t>
            </a:r>
          </a:p>
          <a:p>
            <a:pPr marL="1187446" lvl="1" indent="-593723" algn="l">
              <a:lnSpc>
                <a:spcPts val="8469"/>
              </a:lnSpc>
              <a:buFont typeface="Arial"/>
              <a:buChar char="•"/>
            </a:pPr>
            <a:r>
              <a:rPr lang="en-US" sz="5499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各項功能介紹</a:t>
            </a:r>
          </a:p>
          <a:p>
            <a:pPr marL="1187446" lvl="1" indent="-593723" algn="l">
              <a:lnSpc>
                <a:spcPts val="8469"/>
              </a:lnSpc>
              <a:buFont typeface="Arial"/>
              <a:buChar char="•"/>
            </a:pPr>
            <a:r>
              <a:rPr lang="en-US" sz="5499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成品圖</a:t>
            </a:r>
          </a:p>
          <a:p>
            <a:pPr marL="1187446" lvl="1" indent="-593723" algn="l">
              <a:lnSpc>
                <a:spcPts val="8469"/>
              </a:lnSpc>
              <a:buFont typeface="Arial"/>
              <a:buChar char="•"/>
            </a:pPr>
            <a:r>
              <a:rPr lang="en-US" sz="5499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成果展示影片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38895" t="-1715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68289" y="1652437"/>
            <a:ext cx="3277265" cy="4369687"/>
          </a:xfrm>
          <a:custGeom>
            <a:avLst/>
            <a:gdLst/>
            <a:ahLst/>
            <a:cxnLst/>
            <a:rect l="l" t="t" r="r" b="b"/>
            <a:pathLst>
              <a:path w="3277265" h="4369687">
                <a:moveTo>
                  <a:pt x="0" y="0"/>
                </a:moveTo>
                <a:lnTo>
                  <a:pt x="3277265" y="0"/>
                </a:lnTo>
                <a:lnTo>
                  <a:pt x="3277265" y="4369687"/>
                </a:lnTo>
                <a:lnTo>
                  <a:pt x="0" y="4369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27770" y="-495939"/>
            <a:ext cx="18520226" cy="3122259"/>
            <a:chOff x="0" y="0"/>
            <a:chExt cx="24693635" cy="4163012"/>
          </a:xfrm>
        </p:grpSpPr>
        <p:sp>
          <p:nvSpPr>
            <p:cNvPr id="5" name="Freeform 5"/>
            <p:cNvSpPr/>
            <p:nvPr/>
          </p:nvSpPr>
          <p:spPr>
            <a:xfrm rot="422674">
              <a:off x="161187" y="539615"/>
              <a:ext cx="8192365" cy="3132860"/>
            </a:xfrm>
            <a:custGeom>
              <a:avLst/>
              <a:gdLst/>
              <a:ahLst/>
              <a:cxnLst/>
              <a:rect l="l" t="t" r="r" b="b"/>
              <a:pathLst>
                <a:path w="8192365" h="3132860">
                  <a:moveTo>
                    <a:pt x="0" y="0"/>
                  </a:moveTo>
                  <a:lnTo>
                    <a:pt x="8192366" y="0"/>
                  </a:lnTo>
                  <a:lnTo>
                    <a:pt x="8192366" y="3132860"/>
                  </a:lnTo>
                  <a:lnTo>
                    <a:pt x="0" y="3132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3" r="-483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422674">
              <a:off x="16340082" y="490537"/>
              <a:ext cx="8192365" cy="3132860"/>
            </a:xfrm>
            <a:custGeom>
              <a:avLst/>
              <a:gdLst/>
              <a:ahLst/>
              <a:cxnLst/>
              <a:rect l="l" t="t" r="r" b="b"/>
              <a:pathLst>
                <a:path w="8192365" h="3132860">
                  <a:moveTo>
                    <a:pt x="0" y="0"/>
                  </a:moveTo>
                  <a:lnTo>
                    <a:pt x="8192365" y="0"/>
                  </a:lnTo>
                  <a:lnTo>
                    <a:pt x="8192365" y="3132860"/>
                  </a:lnTo>
                  <a:lnTo>
                    <a:pt x="0" y="3132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3" r="-48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430092" flipH="1">
              <a:off x="8466077" y="504944"/>
              <a:ext cx="8192506" cy="3133290"/>
            </a:xfrm>
            <a:custGeom>
              <a:avLst/>
              <a:gdLst/>
              <a:ahLst/>
              <a:cxnLst/>
              <a:rect l="l" t="t" r="r" b="b"/>
              <a:pathLst>
                <a:path w="8192506" h="3133290">
                  <a:moveTo>
                    <a:pt x="8192505" y="0"/>
                  </a:moveTo>
                  <a:lnTo>
                    <a:pt x="0" y="0"/>
                  </a:lnTo>
                  <a:lnTo>
                    <a:pt x="0" y="3133290"/>
                  </a:lnTo>
                  <a:lnTo>
                    <a:pt x="8192505" y="3133290"/>
                  </a:lnTo>
                  <a:lnTo>
                    <a:pt x="8192505" y="0"/>
                  </a:lnTo>
                  <a:close/>
                </a:path>
              </a:pathLst>
            </a:custGeom>
            <a:blipFill>
              <a:blip r:embed="rId4"/>
              <a:stretch>
                <a:fillRect l="-489" r="-48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281901" y="2626320"/>
            <a:ext cx="1493597" cy="1327434"/>
          </a:xfrm>
          <a:custGeom>
            <a:avLst/>
            <a:gdLst/>
            <a:ahLst/>
            <a:cxnLst/>
            <a:rect l="l" t="t" r="r" b="b"/>
            <a:pathLst>
              <a:path w="1493597" h="1327434">
                <a:moveTo>
                  <a:pt x="0" y="0"/>
                </a:moveTo>
                <a:lnTo>
                  <a:pt x="1493598" y="0"/>
                </a:lnTo>
                <a:lnTo>
                  <a:pt x="1493598" y="1327434"/>
                </a:lnTo>
                <a:lnTo>
                  <a:pt x="0" y="1327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512501" y="7300522"/>
            <a:ext cx="1493597" cy="1327434"/>
          </a:xfrm>
          <a:custGeom>
            <a:avLst/>
            <a:gdLst/>
            <a:ahLst/>
            <a:cxnLst/>
            <a:rect l="l" t="t" r="r" b="b"/>
            <a:pathLst>
              <a:path w="1493597" h="1327434">
                <a:moveTo>
                  <a:pt x="0" y="0"/>
                </a:moveTo>
                <a:lnTo>
                  <a:pt x="1493598" y="0"/>
                </a:lnTo>
                <a:lnTo>
                  <a:pt x="1493598" y="1327434"/>
                </a:lnTo>
                <a:lnTo>
                  <a:pt x="0" y="1327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760476" y="7405474"/>
            <a:ext cx="2084755" cy="1852826"/>
          </a:xfrm>
          <a:custGeom>
            <a:avLst/>
            <a:gdLst/>
            <a:ahLst/>
            <a:cxnLst/>
            <a:rect l="l" t="t" r="r" b="b"/>
            <a:pathLst>
              <a:path w="2084755" h="1852826">
                <a:moveTo>
                  <a:pt x="2084755" y="0"/>
                </a:moveTo>
                <a:lnTo>
                  <a:pt x="0" y="0"/>
                </a:lnTo>
                <a:lnTo>
                  <a:pt x="0" y="1852826"/>
                </a:lnTo>
                <a:lnTo>
                  <a:pt x="2084755" y="1852826"/>
                </a:lnTo>
                <a:lnTo>
                  <a:pt x="2084755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728234">
            <a:off x="626287" y="5040463"/>
            <a:ext cx="1853248" cy="2260059"/>
          </a:xfrm>
          <a:custGeom>
            <a:avLst/>
            <a:gdLst/>
            <a:ahLst/>
            <a:cxnLst/>
            <a:rect l="l" t="t" r="r" b="b"/>
            <a:pathLst>
              <a:path w="1853248" h="2260059">
                <a:moveTo>
                  <a:pt x="0" y="0"/>
                </a:moveTo>
                <a:lnTo>
                  <a:pt x="1853249" y="0"/>
                </a:lnTo>
                <a:lnTo>
                  <a:pt x="1853249" y="2260059"/>
                </a:lnTo>
                <a:lnTo>
                  <a:pt x="0" y="2260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798614" y="3948681"/>
            <a:ext cx="11178773" cy="522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999" spc="43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根據網路上的大二聖誕節魔咒我們想出了此次專題的主題。程式碼部分做出戀愛匹配、抽籤、下雪以及測驗四種功能。整體成果部分中央會放置一棵聖誕樹，並用透明板將它包圍，類似水晶球的感覺、聖誕樹旁放置下雪功能，用OLED顯示目前模式，以及伺服馬達控制抽籤等等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901" y="2506956"/>
            <a:ext cx="8779218" cy="133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專題說明</a:t>
            </a:r>
          </a:p>
        </p:txBody>
      </p:sp>
      <p:sp>
        <p:nvSpPr>
          <p:cNvPr id="14" name="Freeform 14"/>
          <p:cNvSpPr/>
          <p:nvPr/>
        </p:nvSpPr>
        <p:spPr>
          <a:xfrm rot="-8013650">
            <a:off x="13928166" y="7964780"/>
            <a:ext cx="1853248" cy="2260059"/>
          </a:xfrm>
          <a:custGeom>
            <a:avLst/>
            <a:gdLst/>
            <a:ahLst/>
            <a:cxnLst/>
            <a:rect l="l" t="t" r="r" b="b"/>
            <a:pathLst>
              <a:path w="1853248" h="2260059">
                <a:moveTo>
                  <a:pt x="0" y="0"/>
                </a:moveTo>
                <a:lnTo>
                  <a:pt x="1853248" y="0"/>
                </a:lnTo>
                <a:lnTo>
                  <a:pt x="1853248" y="2260059"/>
                </a:lnTo>
                <a:lnTo>
                  <a:pt x="0" y="2260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63600" r="-3036" b="-405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3050" y="271462"/>
            <a:ext cx="5777231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電路圖</a:t>
            </a:r>
          </a:p>
        </p:txBody>
      </p:sp>
      <p:sp>
        <p:nvSpPr>
          <p:cNvPr id="4" name="Freeform 4"/>
          <p:cNvSpPr/>
          <p:nvPr/>
        </p:nvSpPr>
        <p:spPr>
          <a:xfrm>
            <a:off x="16143004" y="-3209"/>
            <a:ext cx="2232592" cy="1984216"/>
          </a:xfrm>
          <a:custGeom>
            <a:avLst/>
            <a:gdLst/>
            <a:ahLst/>
            <a:cxnLst/>
            <a:rect l="l" t="t" r="r" b="b"/>
            <a:pathLst>
              <a:path w="2232592" h="1984216">
                <a:moveTo>
                  <a:pt x="0" y="0"/>
                </a:moveTo>
                <a:lnTo>
                  <a:pt x="2232592" y="0"/>
                </a:lnTo>
                <a:lnTo>
                  <a:pt x="2232592" y="1984216"/>
                </a:lnTo>
                <a:lnTo>
                  <a:pt x="0" y="1984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87596" y="8539060"/>
            <a:ext cx="2232592" cy="1984216"/>
          </a:xfrm>
          <a:custGeom>
            <a:avLst/>
            <a:gdLst/>
            <a:ahLst/>
            <a:cxnLst/>
            <a:rect l="l" t="t" r="r" b="b"/>
            <a:pathLst>
              <a:path w="2232592" h="1984216">
                <a:moveTo>
                  <a:pt x="2232592" y="0"/>
                </a:moveTo>
                <a:lnTo>
                  <a:pt x="0" y="0"/>
                </a:lnTo>
                <a:lnTo>
                  <a:pt x="0" y="1984216"/>
                </a:lnTo>
                <a:lnTo>
                  <a:pt x="2232592" y="1984216"/>
                </a:lnTo>
                <a:lnTo>
                  <a:pt x="223259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664737" y="8775336"/>
            <a:ext cx="1623263" cy="1511664"/>
          </a:xfrm>
          <a:custGeom>
            <a:avLst/>
            <a:gdLst/>
            <a:ahLst/>
            <a:cxnLst/>
            <a:rect l="l" t="t" r="r" b="b"/>
            <a:pathLst>
              <a:path w="1623263" h="1511664">
                <a:moveTo>
                  <a:pt x="0" y="0"/>
                </a:moveTo>
                <a:lnTo>
                  <a:pt x="1623263" y="0"/>
                </a:lnTo>
                <a:lnTo>
                  <a:pt x="1623263" y="1511664"/>
                </a:lnTo>
                <a:lnTo>
                  <a:pt x="0" y="1511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750990" y="-815136"/>
            <a:ext cx="2333634" cy="2173196"/>
          </a:xfrm>
          <a:custGeom>
            <a:avLst/>
            <a:gdLst/>
            <a:ahLst/>
            <a:cxnLst/>
            <a:rect l="l" t="t" r="r" b="b"/>
            <a:pathLst>
              <a:path w="2333634" h="2173196">
                <a:moveTo>
                  <a:pt x="0" y="0"/>
                </a:moveTo>
                <a:lnTo>
                  <a:pt x="2333634" y="0"/>
                </a:lnTo>
                <a:lnTo>
                  <a:pt x="2333634" y="2173197"/>
                </a:lnTo>
                <a:lnTo>
                  <a:pt x="0" y="2173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43554" y="2178690"/>
            <a:ext cx="8728173" cy="6596646"/>
            <a:chOff x="0" y="0"/>
            <a:chExt cx="1805494" cy="13645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05494" cy="1364571"/>
            </a:xfrm>
            <a:custGeom>
              <a:avLst/>
              <a:gdLst/>
              <a:ahLst/>
              <a:cxnLst/>
              <a:rect l="l" t="t" r="r" b="b"/>
              <a:pathLst>
                <a:path w="1805494" h="1364571">
                  <a:moveTo>
                    <a:pt x="64751" y="0"/>
                  </a:moveTo>
                  <a:lnTo>
                    <a:pt x="1740743" y="0"/>
                  </a:lnTo>
                  <a:cubicBezTo>
                    <a:pt x="1776504" y="0"/>
                    <a:pt x="1805494" y="28990"/>
                    <a:pt x="1805494" y="64751"/>
                  </a:cubicBezTo>
                  <a:lnTo>
                    <a:pt x="1805494" y="1299819"/>
                  </a:lnTo>
                  <a:cubicBezTo>
                    <a:pt x="1805494" y="1316992"/>
                    <a:pt x="1798672" y="1333462"/>
                    <a:pt x="1786529" y="1345605"/>
                  </a:cubicBezTo>
                  <a:cubicBezTo>
                    <a:pt x="1774386" y="1357749"/>
                    <a:pt x="1757916" y="1364571"/>
                    <a:pt x="1740743" y="1364571"/>
                  </a:cubicBezTo>
                  <a:lnTo>
                    <a:pt x="64751" y="1364571"/>
                  </a:lnTo>
                  <a:cubicBezTo>
                    <a:pt x="28990" y="1364571"/>
                    <a:pt x="0" y="1335580"/>
                    <a:pt x="0" y="1299819"/>
                  </a:cubicBezTo>
                  <a:lnTo>
                    <a:pt x="0" y="64751"/>
                  </a:lnTo>
                  <a:cubicBezTo>
                    <a:pt x="0" y="28990"/>
                    <a:pt x="28990" y="0"/>
                    <a:pt x="64751" y="0"/>
                  </a:cubicBezTo>
                  <a:close/>
                </a:path>
              </a:pathLst>
            </a:custGeom>
            <a:blipFill>
              <a:blip r:embed="rId5"/>
              <a:stretch>
                <a:fillRect l="-446" r="-44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314747" y="2178690"/>
            <a:ext cx="8728173" cy="6596646"/>
            <a:chOff x="0" y="0"/>
            <a:chExt cx="1805494" cy="13645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05494" cy="1364571"/>
            </a:xfrm>
            <a:custGeom>
              <a:avLst/>
              <a:gdLst/>
              <a:ahLst/>
              <a:cxnLst/>
              <a:rect l="l" t="t" r="r" b="b"/>
              <a:pathLst>
                <a:path w="1805494" h="1364571">
                  <a:moveTo>
                    <a:pt x="64751" y="0"/>
                  </a:moveTo>
                  <a:lnTo>
                    <a:pt x="1740743" y="0"/>
                  </a:lnTo>
                  <a:cubicBezTo>
                    <a:pt x="1776504" y="0"/>
                    <a:pt x="1805494" y="28990"/>
                    <a:pt x="1805494" y="64751"/>
                  </a:cubicBezTo>
                  <a:lnTo>
                    <a:pt x="1805494" y="1299819"/>
                  </a:lnTo>
                  <a:cubicBezTo>
                    <a:pt x="1805494" y="1316992"/>
                    <a:pt x="1798672" y="1333462"/>
                    <a:pt x="1786529" y="1345605"/>
                  </a:cubicBezTo>
                  <a:cubicBezTo>
                    <a:pt x="1774386" y="1357749"/>
                    <a:pt x="1757916" y="1364571"/>
                    <a:pt x="1740743" y="1364571"/>
                  </a:cubicBezTo>
                  <a:lnTo>
                    <a:pt x="64751" y="1364571"/>
                  </a:lnTo>
                  <a:cubicBezTo>
                    <a:pt x="28990" y="1364571"/>
                    <a:pt x="0" y="1335580"/>
                    <a:pt x="0" y="1299819"/>
                  </a:cubicBezTo>
                  <a:lnTo>
                    <a:pt x="0" y="64751"/>
                  </a:lnTo>
                  <a:cubicBezTo>
                    <a:pt x="0" y="28990"/>
                    <a:pt x="28990" y="0"/>
                    <a:pt x="64751" y="0"/>
                  </a:cubicBezTo>
                  <a:close/>
                </a:path>
              </a:pathLst>
            </a:custGeom>
            <a:blipFill>
              <a:blip r:embed="rId6"/>
              <a:stretch>
                <a:fillRect l="-446" r="-44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63600" r="-3036" b="-4055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3050" y="271462"/>
            <a:ext cx="5777231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電路圖</a:t>
            </a:r>
          </a:p>
        </p:txBody>
      </p:sp>
      <p:sp>
        <p:nvSpPr>
          <p:cNvPr id="4" name="Freeform 4"/>
          <p:cNvSpPr/>
          <p:nvPr/>
        </p:nvSpPr>
        <p:spPr>
          <a:xfrm>
            <a:off x="16143004" y="-3209"/>
            <a:ext cx="2232592" cy="1984216"/>
          </a:xfrm>
          <a:custGeom>
            <a:avLst/>
            <a:gdLst/>
            <a:ahLst/>
            <a:cxnLst/>
            <a:rect l="l" t="t" r="r" b="b"/>
            <a:pathLst>
              <a:path w="2232592" h="1984216">
                <a:moveTo>
                  <a:pt x="0" y="0"/>
                </a:moveTo>
                <a:lnTo>
                  <a:pt x="2232592" y="0"/>
                </a:lnTo>
                <a:lnTo>
                  <a:pt x="2232592" y="1984216"/>
                </a:lnTo>
                <a:lnTo>
                  <a:pt x="0" y="1984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87596" y="8539060"/>
            <a:ext cx="2232592" cy="1984216"/>
          </a:xfrm>
          <a:custGeom>
            <a:avLst/>
            <a:gdLst/>
            <a:ahLst/>
            <a:cxnLst/>
            <a:rect l="l" t="t" r="r" b="b"/>
            <a:pathLst>
              <a:path w="2232592" h="1984216">
                <a:moveTo>
                  <a:pt x="2232592" y="0"/>
                </a:moveTo>
                <a:lnTo>
                  <a:pt x="0" y="0"/>
                </a:lnTo>
                <a:lnTo>
                  <a:pt x="0" y="1984216"/>
                </a:lnTo>
                <a:lnTo>
                  <a:pt x="2232592" y="1984216"/>
                </a:lnTo>
                <a:lnTo>
                  <a:pt x="223259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664737" y="8775336"/>
            <a:ext cx="1623263" cy="1511664"/>
          </a:xfrm>
          <a:custGeom>
            <a:avLst/>
            <a:gdLst/>
            <a:ahLst/>
            <a:cxnLst/>
            <a:rect l="l" t="t" r="r" b="b"/>
            <a:pathLst>
              <a:path w="1623263" h="1511664">
                <a:moveTo>
                  <a:pt x="0" y="0"/>
                </a:moveTo>
                <a:lnTo>
                  <a:pt x="1623263" y="0"/>
                </a:lnTo>
                <a:lnTo>
                  <a:pt x="1623263" y="1511664"/>
                </a:lnTo>
                <a:lnTo>
                  <a:pt x="0" y="1511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750990" y="-815136"/>
            <a:ext cx="2333634" cy="2173196"/>
          </a:xfrm>
          <a:custGeom>
            <a:avLst/>
            <a:gdLst/>
            <a:ahLst/>
            <a:cxnLst/>
            <a:rect l="l" t="t" r="r" b="b"/>
            <a:pathLst>
              <a:path w="2333634" h="2173196">
                <a:moveTo>
                  <a:pt x="0" y="0"/>
                </a:moveTo>
                <a:lnTo>
                  <a:pt x="2333634" y="0"/>
                </a:lnTo>
                <a:lnTo>
                  <a:pt x="2333634" y="2173197"/>
                </a:lnTo>
                <a:lnTo>
                  <a:pt x="0" y="2173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3000684" y="2000320"/>
            <a:ext cx="13363814" cy="7530848"/>
            <a:chOff x="0" y="0"/>
            <a:chExt cx="2421489" cy="13645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21489" cy="1364571"/>
            </a:xfrm>
            <a:custGeom>
              <a:avLst/>
              <a:gdLst/>
              <a:ahLst/>
              <a:cxnLst/>
              <a:rect l="l" t="t" r="r" b="b"/>
              <a:pathLst>
                <a:path w="2421489" h="1364571">
                  <a:moveTo>
                    <a:pt x="27228" y="0"/>
                  </a:moveTo>
                  <a:lnTo>
                    <a:pt x="2394261" y="0"/>
                  </a:lnTo>
                  <a:cubicBezTo>
                    <a:pt x="2401483" y="0"/>
                    <a:pt x="2408408" y="2869"/>
                    <a:pt x="2413515" y="7975"/>
                  </a:cubicBezTo>
                  <a:cubicBezTo>
                    <a:pt x="2418621" y="13081"/>
                    <a:pt x="2421489" y="20007"/>
                    <a:pt x="2421489" y="27228"/>
                  </a:cubicBezTo>
                  <a:lnTo>
                    <a:pt x="2421489" y="1337343"/>
                  </a:lnTo>
                  <a:cubicBezTo>
                    <a:pt x="2421489" y="1344564"/>
                    <a:pt x="2418621" y="1351489"/>
                    <a:pt x="2413515" y="1356596"/>
                  </a:cubicBezTo>
                  <a:cubicBezTo>
                    <a:pt x="2408408" y="1361702"/>
                    <a:pt x="2401483" y="1364571"/>
                    <a:pt x="2394261" y="1364571"/>
                  </a:cubicBezTo>
                  <a:lnTo>
                    <a:pt x="27228" y="1364571"/>
                  </a:lnTo>
                  <a:cubicBezTo>
                    <a:pt x="20007" y="1364571"/>
                    <a:pt x="13081" y="1361702"/>
                    <a:pt x="7975" y="1356596"/>
                  </a:cubicBezTo>
                  <a:cubicBezTo>
                    <a:pt x="2869" y="1351489"/>
                    <a:pt x="0" y="1344564"/>
                    <a:pt x="0" y="1337343"/>
                  </a:cubicBezTo>
                  <a:lnTo>
                    <a:pt x="0" y="27228"/>
                  </a:lnTo>
                  <a:cubicBezTo>
                    <a:pt x="0" y="20007"/>
                    <a:pt x="2869" y="13081"/>
                    <a:pt x="7975" y="7975"/>
                  </a:cubicBezTo>
                  <a:cubicBezTo>
                    <a:pt x="13081" y="2869"/>
                    <a:pt x="20007" y="0"/>
                    <a:pt x="27228" y="0"/>
                  </a:cubicBezTo>
                  <a:close/>
                </a:path>
              </a:pathLst>
            </a:custGeom>
            <a:blipFill>
              <a:blip r:embed="rId5"/>
              <a:stretch>
                <a:fillRect t="-1239" b="-123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53220" y="6005997"/>
            <a:ext cx="3219420" cy="4257085"/>
          </a:xfrm>
          <a:custGeom>
            <a:avLst/>
            <a:gdLst/>
            <a:ahLst/>
            <a:cxnLst/>
            <a:rect l="l" t="t" r="r" b="b"/>
            <a:pathLst>
              <a:path w="3219420" h="4257085">
                <a:moveTo>
                  <a:pt x="0" y="0"/>
                </a:moveTo>
                <a:lnTo>
                  <a:pt x="3219420" y="0"/>
                </a:lnTo>
                <a:lnTo>
                  <a:pt x="3219420" y="4257085"/>
                </a:lnTo>
                <a:lnTo>
                  <a:pt x="0" y="4257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94809" y="836766"/>
            <a:ext cx="9196103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各項功能說明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5292860" y="8756404"/>
            <a:ext cx="2445022" cy="2173014"/>
          </a:xfrm>
          <a:custGeom>
            <a:avLst/>
            <a:gdLst/>
            <a:ahLst/>
            <a:cxnLst/>
            <a:rect l="l" t="t" r="r" b="b"/>
            <a:pathLst>
              <a:path w="2445022" h="2173014">
                <a:moveTo>
                  <a:pt x="2445022" y="0"/>
                </a:moveTo>
                <a:lnTo>
                  <a:pt x="0" y="0"/>
                </a:lnTo>
                <a:lnTo>
                  <a:pt x="0" y="2173013"/>
                </a:lnTo>
                <a:lnTo>
                  <a:pt x="2445022" y="2173013"/>
                </a:lnTo>
                <a:lnTo>
                  <a:pt x="2445022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545960" y="-239262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95250" y="49312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844378">
            <a:off x="8430660" y="-879511"/>
            <a:ext cx="16230600" cy="5572506"/>
          </a:xfrm>
          <a:custGeom>
            <a:avLst/>
            <a:gdLst/>
            <a:ahLst/>
            <a:cxnLst/>
            <a:rect l="l" t="t" r="r" b="b"/>
            <a:pathLst>
              <a:path w="16230600" h="5572506">
                <a:moveTo>
                  <a:pt x="0" y="0"/>
                </a:moveTo>
                <a:lnTo>
                  <a:pt x="16230600" y="0"/>
                </a:lnTo>
                <a:lnTo>
                  <a:pt x="16230600" y="5572506"/>
                </a:lnTo>
                <a:lnTo>
                  <a:pt x="0" y="55725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276421"/>
            <a:ext cx="3970447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40"/>
              </a:lnSpc>
            </a:pPr>
            <a:r>
              <a:rPr lang="en-US" sz="6000" spc="654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初始狀態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48496" y="3567597"/>
            <a:ext cx="13418321" cy="472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背景音樂: Joy To The World</a:t>
            </a:r>
          </a:p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OLED顯示: 現在溫度及濕度</a:t>
            </a:r>
          </a:p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測驗: 共五小題，序列埠監控視窗作答</a:t>
            </a:r>
          </a:p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LED: 兩組交替閃爍，星星的燈常駐閃爍</a:t>
            </a:r>
          </a:p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七段顯示器: 一直出現LOVE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545960" y="-4908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95250" y="49312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499055" y="2381251"/>
            <a:ext cx="15289889" cy="6596646"/>
            <a:chOff x="0" y="0"/>
            <a:chExt cx="3162839" cy="13645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62840" cy="1364571"/>
            </a:xfrm>
            <a:custGeom>
              <a:avLst/>
              <a:gdLst/>
              <a:ahLst/>
              <a:cxnLst/>
              <a:rect l="l" t="t" r="r" b="b"/>
              <a:pathLst>
                <a:path w="3162840" h="1364571">
                  <a:moveTo>
                    <a:pt x="13165" y="0"/>
                  </a:moveTo>
                  <a:lnTo>
                    <a:pt x="3149675" y="0"/>
                  </a:lnTo>
                  <a:cubicBezTo>
                    <a:pt x="3156945" y="0"/>
                    <a:pt x="3162840" y="5894"/>
                    <a:pt x="3162840" y="13165"/>
                  </a:cubicBezTo>
                  <a:lnTo>
                    <a:pt x="3162840" y="1351406"/>
                  </a:lnTo>
                  <a:cubicBezTo>
                    <a:pt x="3162840" y="1358676"/>
                    <a:pt x="3156945" y="1364571"/>
                    <a:pt x="3149675" y="1364571"/>
                  </a:cubicBezTo>
                  <a:lnTo>
                    <a:pt x="13165" y="1364571"/>
                  </a:lnTo>
                  <a:cubicBezTo>
                    <a:pt x="5894" y="1364571"/>
                    <a:pt x="0" y="1358676"/>
                    <a:pt x="0" y="1351406"/>
                  </a:cubicBezTo>
                  <a:lnTo>
                    <a:pt x="0" y="13165"/>
                  </a:lnTo>
                  <a:cubicBezTo>
                    <a:pt x="0" y="5894"/>
                    <a:pt x="5894" y="0"/>
                    <a:pt x="13165" y="0"/>
                  </a:cubicBezTo>
                  <a:close/>
                </a:path>
              </a:pathLst>
            </a:custGeom>
            <a:blipFill>
              <a:blip r:embed="rId4"/>
              <a:stretch>
                <a:fillRect t="-149" b="-14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5276251" y="7719554"/>
            <a:ext cx="2440536" cy="2418690"/>
          </a:xfrm>
          <a:custGeom>
            <a:avLst/>
            <a:gdLst/>
            <a:ahLst/>
            <a:cxnLst/>
            <a:rect l="l" t="t" r="r" b="b"/>
            <a:pathLst>
              <a:path w="2440536" h="2418690">
                <a:moveTo>
                  <a:pt x="0" y="0"/>
                </a:moveTo>
                <a:lnTo>
                  <a:pt x="2440536" y="0"/>
                </a:lnTo>
                <a:lnTo>
                  <a:pt x="2440536" y="2418690"/>
                </a:lnTo>
                <a:lnTo>
                  <a:pt x="0" y="2418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57426" y="8829141"/>
            <a:ext cx="3654855" cy="1309103"/>
          </a:xfrm>
          <a:custGeom>
            <a:avLst/>
            <a:gdLst/>
            <a:ahLst/>
            <a:cxnLst/>
            <a:rect l="l" t="t" r="r" b="b"/>
            <a:pathLst>
              <a:path w="3654855" h="1309103">
                <a:moveTo>
                  <a:pt x="0" y="0"/>
                </a:moveTo>
                <a:lnTo>
                  <a:pt x="3654855" y="0"/>
                </a:lnTo>
                <a:lnTo>
                  <a:pt x="3654855" y="1309103"/>
                </a:lnTo>
                <a:lnTo>
                  <a:pt x="0" y="1309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17320" y="836766"/>
            <a:ext cx="12223184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初始狀態 - 背景音樂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4809" y="836765"/>
            <a:ext cx="9196103" cy="106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初始狀態 - OLED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2265779" y="9200493"/>
            <a:ext cx="2445022" cy="2173014"/>
          </a:xfrm>
          <a:custGeom>
            <a:avLst/>
            <a:gdLst/>
            <a:ahLst/>
            <a:cxnLst/>
            <a:rect l="l" t="t" r="r" b="b"/>
            <a:pathLst>
              <a:path w="2445022" h="2173014">
                <a:moveTo>
                  <a:pt x="2445022" y="0"/>
                </a:moveTo>
                <a:lnTo>
                  <a:pt x="0" y="0"/>
                </a:lnTo>
                <a:lnTo>
                  <a:pt x="0" y="2173014"/>
                </a:lnTo>
                <a:lnTo>
                  <a:pt x="2445022" y="2173014"/>
                </a:lnTo>
                <a:lnTo>
                  <a:pt x="24450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545960" y="-4908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95250" y="49312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21225" y="2355680"/>
            <a:ext cx="15289889" cy="6596646"/>
            <a:chOff x="0" y="0"/>
            <a:chExt cx="3162839" cy="13645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62840" cy="1364571"/>
            </a:xfrm>
            <a:custGeom>
              <a:avLst/>
              <a:gdLst/>
              <a:ahLst/>
              <a:cxnLst/>
              <a:rect l="l" t="t" r="r" b="b"/>
              <a:pathLst>
                <a:path w="3162840" h="1364571">
                  <a:moveTo>
                    <a:pt x="13165" y="0"/>
                  </a:moveTo>
                  <a:lnTo>
                    <a:pt x="3149675" y="0"/>
                  </a:lnTo>
                  <a:cubicBezTo>
                    <a:pt x="3156945" y="0"/>
                    <a:pt x="3162840" y="5894"/>
                    <a:pt x="3162840" y="13165"/>
                  </a:cubicBezTo>
                  <a:lnTo>
                    <a:pt x="3162840" y="1351406"/>
                  </a:lnTo>
                  <a:cubicBezTo>
                    <a:pt x="3162840" y="1358676"/>
                    <a:pt x="3156945" y="1364571"/>
                    <a:pt x="3149675" y="1364571"/>
                  </a:cubicBezTo>
                  <a:lnTo>
                    <a:pt x="13165" y="1364571"/>
                  </a:lnTo>
                  <a:cubicBezTo>
                    <a:pt x="5894" y="1364571"/>
                    <a:pt x="0" y="1358676"/>
                    <a:pt x="0" y="1351406"/>
                  </a:cubicBezTo>
                  <a:lnTo>
                    <a:pt x="0" y="13165"/>
                  </a:lnTo>
                  <a:cubicBezTo>
                    <a:pt x="0" y="5894"/>
                    <a:pt x="5894" y="0"/>
                    <a:pt x="13165" y="0"/>
                  </a:cubicBezTo>
                  <a:close/>
                </a:path>
              </a:pathLst>
            </a:custGeom>
            <a:blipFill>
              <a:blip r:embed="rId4"/>
              <a:stretch>
                <a:fillRect t="-13958" b="-13958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2119563" y="-645813"/>
            <a:ext cx="4426397" cy="2552556"/>
          </a:xfrm>
          <a:custGeom>
            <a:avLst/>
            <a:gdLst/>
            <a:ahLst/>
            <a:cxnLst/>
            <a:rect l="l" t="t" r="r" b="b"/>
            <a:pathLst>
              <a:path w="4426397" h="2552556">
                <a:moveTo>
                  <a:pt x="0" y="0"/>
                </a:moveTo>
                <a:lnTo>
                  <a:pt x="4426397" y="0"/>
                </a:lnTo>
                <a:lnTo>
                  <a:pt x="4426397" y="2552556"/>
                </a:lnTo>
                <a:lnTo>
                  <a:pt x="0" y="2552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4809" y="836765"/>
            <a:ext cx="9196103" cy="106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初始狀態-測驗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16545960" y="-4908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95250" y="49312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30475" y="2107513"/>
            <a:ext cx="6405983" cy="8093238"/>
            <a:chOff x="0" y="0"/>
            <a:chExt cx="812800" cy="10268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26881"/>
            </a:xfrm>
            <a:custGeom>
              <a:avLst/>
              <a:gdLst/>
              <a:ahLst/>
              <a:cxnLst/>
              <a:rect l="l" t="t" r="r" b="b"/>
              <a:pathLst>
                <a:path w="812800" h="1026881">
                  <a:moveTo>
                    <a:pt x="27797" y="0"/>
                  </a:moveTo>
                  <a:lnTo>
                    <a:pt x="785003" y="0"/>
                  </a:lnTo>
                  <a:cubicBezTo>
                    <a:pt x="800355" y="0"/>
                    <a:pt x="812800" y="12445"/>
                    <a:pt x="812800" y="27797"/>
                  </a:cubicBezTo>
                  <a:lnTo>
                    <a:pt x="812800" y="999085"/>
                  </a:lnTo>
                  <a:cubicBezTo>
                    <a:pt x="812800" y="1006457"/>
                    <a:pt x="809871" y="1013527"/>
                    <a:pt x="804659" y="1018740"/>
                  </a:cubicBezTo>
                  <a:cubicBezTo>
                    <a:pt x="799446" y="1023953"/>
                    <a:pt x="792376" y="1026881"/>
                    <a:pt x="785003" y="1026881"/>
                  </a:cubicBezTo>
                  <a:lnTo>
                    <a:pt x="27797" y="1026881"/>
                  </a:lnTo>
                  <a:cubicBezTo>
                    <a:pt x="12445" y="1026881"/>
                    <a:pt x="0" y="1014436"/>
                    <a:pt x="0" y="999085"/>
                  </a:cubicBezTo>
                  <a:lnTo>
                    <a:pt x="0" y="27797"/>
                  </a:lnTo>
                  <a:cubicBezTo>
                    <a:pt x="0" y="12445"/>
                    <a:pt x="12445" y="0"/>
                    <a:pt x="27797" y="0"/>
                  </a:cubicBezTo>
                  <a:close/>
                </a:path>
              </a:pathLst>
            </a:custGeom>
            <a:blipFill>
              <a:blip r:embed="rId4"/>
              <a:stretch>
                <a:fillRect t="-521" b="-52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470431" y="2107513"/>
            <a:ext cx="8788869" cy="7515936"/>
            <a:chOff x="0" y="0"/>
            <a:chExt cx="1053006" cy="9004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3006" cy="900494"/>
            </a:xfrm>
            <a:custGeom>
              <a:avLst/>
              <a:gdLst/>
              <a:ahLst/>
              <a:cxnLst/>
              <a:rect l="l" t="t" r="r" b="b"/>
              <a:pathLst>
                <a:path w="1053006" h="900494">
                  <a:moveTo>
                    <a:pt x="20260" y="0"/>
                  </a:moveTo>
                  <a:lnTo>
                    <a:pt x="1032746" y="0"/>
                  </a:lnTo>
                  <a:cubicBezTo>
                    <a:pt x="1043936" y="0"/>
                    <a:pt x="1053006" y="9071"/>
                    <a:pt x="1053006" y="20260"/>
                  </a:cubicBezTo>
                  <a:lnTo>
                    <a:pt x="1053006" y="880234"/>
                  </a:lnTo>
                  <a:cubicBezTo>
                    <a:pt x="1053006" y="885607"/>
                    <a:pt x="1050872" y="890761"/>
                    <a:pt x="1047072" y="894560"/>
                  </a:cubicBezTo>
                  <a:cubicBezTo>
                    <a:pt x="1043273" y="898360"/>
                    <a:pt x="1038119" y="900494"/>
                    <a:pt x="1032746" y="900494"/>
                  </a:cubicBezTo>
                  <a:lnTo>
                    <a:pt x="20260" y="900494"/>
                  </a:lnTo>
                  <a:cubicBezTo>
                    <a:pt x="14887" y="900494"/>
                    <a:pt x="9734" y="898360"/>
                    <a:pt x="5934" y="894560"/>
                  </a:cubicBezTo>
                  <a:cubicBezTo>
                    <a:pt x="2135" y="890761"/>
                    <a:pt x="0" y="885607"/>
                    <a:pt x="0" y="880234"/>
                  </a:cubicBezTo>
                  <a:lnTo>
                    <a:pt x="0" y="20260"/>
                  </a:lnTo>
                  <a:cubicBezTo>
                    <a:pt x="0" y="9071"/>
                    <a:pt x="9071" y="0"/>
                    <a:pt x="20260" y="0"/>
                  </a:cubicBezTo>
                  <a:close/>
                </a:path>
              </a:pathLst>
            </a:custGeom>
            <a:blipFill>
              <a:blip r:embed="rId5"/>
              <a:stretch>
                <a:fillRect l="-1256" r="-1256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-1521057">
            <a:off x="14709899" y="-306617"/>
            <a:ext cx="3672122" cy="2670634"/>
          </a:xfrm>
          <a:custGeom>
            <a:avLst/>
            <a:gdLst/>
            <a:ahLst/>
            <a:cxnLst/>
            <a:rect l="l" t="t" r="r" b="b"/>
            <a:pathLst>
              <a:path w="3672122" h="2670634">
                <a:moveTo>
                  <a:pt x="0" y="0"/>
                </a:moveTo>
                <a:lnTo>
                  <a:pt x="3672122" y="0"/>
                </a:lnTo>
                <a:lnTo>
                  <a:pt x="3672122" y="2670634"/>
                </a:lnTo>
                <a:lnTo>
                  <a:pt x="0" y="2670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416352">
            <a:off x="10579655" y="-842197"/>
            <a:ext cx="3672122" cy="2670634"/>
          </a:xfrm>
          <a:custGeom>
            <a:avLst/>
            <a:gdLst/>
            <a:ahLst/>
            <a:cxnLst/>
            <a:rect l="l" t="t" r="r" b="b"/>
            <a:pathLst>
              <a:path w="3672122" h="2670634">
                <a:moveTo>
                  <a:pt x="0" y="0"/>
                </a:moveTo>
                <a:lnTo>
                  <a:pt x="3672123" y="0"/>
                </a:lnTo>
                <a:lnTo>
                  <a:pt x="3672123" y="2670634"/>
                </a:lnTo>
                <a:lnTo>
                  <a:pt x="0" y="2670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9484" y="565149"/>
            <a:ext cx="9196103" cy="106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各項功能說明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5292860" y="8756404"/>
            <a:ext cx="2445022" cy="2173014"/>
          </a:xfrm>
          <a:custGeom>
            <a:avLst/>
            <a:gdLst/>
            <a:ahLst/>
            <a:cxnLst/>
            <a:rect l="l" t="t" r="r" b="b"/>
            <a:pathLst>
              <a:path w="2445022" h="2173014">
                <a:moveTo>
                  <a:pt x="2445022" y="0"/>
                </a:moveTo>
                <a:lnTo>
                  <a:pt x="0" y="0"/>
                </a:lnTo>
                <a:lnTo>
                  <a:pt x="0" y="2173013"/>
                </a:lnTo>
                <a:lnTo>
                  <a:pt x="2445022" y="2173013"/>
                </a:lnTo>
                <a:lnTo>
                  <a:pt x="24450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545960" y="-4908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0" y="20734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2"/>
                </a:lnTo>
                <a:lnTo>
                  <a:pt x="1816475" y="1614392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772952" y="-793071"/>
            <a:ext cx="1773008" cy="4214875"/>
          </a:xfrm>
          <a:custGeom>
            <a:avLst/>
            <a:gdLst/>
            <a:ahLst/>
            <a:cxnLst/>
            <a:rect l="l" t="t" r="r" b="b"/>
            <a:pathLst>
              <a:path w="1773008" h="4214875">
                <a:moveTo>
                  <a:pt x="0" y="0"/>
                </a:moveTo>
                <a:lnTo>
                  <a:pt x="1773008" y="0"/>
                </a:lnTo>
                <a:lnTo>
                  <a:pt x="1773008" y="4214875"/>
                </a:lnTo>
                <a:lnTo>
                  <a:pt x="0" y="4214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816475" y="1842372"/>
            <a:ext cx="3970447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40"/>
              </a:lnSpc>
            </a:pPr>
            <a:r>
              <a:rPr lang="en-US" sz="6000" spc="654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戀愛匹配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54162" y="2943063"/>
            <a:ext cx="13393710" cy="662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背景音樂: 心跳聲</a:t>
            </a:r>
          </a:p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OLED顯示: 匹配中加圖片、匹配結果</a:t>
            </a:r>
          </a:p>
          <a:p>
            <a:pPr algn="l">
              <a:lnSpc>
                <a:spcPts val="7500"/>
              </a:lnSpc>
            </a:pPr>
            <a:r>
              <a:rPr lang="en-US" sz="5000" spc="59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互動方式: 測試前須透過按鈕切換到此模式，測試者需一人拿一個聖誕樹前的愛心，等待匹配結果出現，放開等到OLED顯示匹配中可再次測試</a:t>
            </a:r>
          </a:p>
          <a:p>
            <a:pPr algn="l">
              <a:lnSpc>
                <a:spcPts val="7500"/>
              </a:lnSpc>
            </a:pPr>
            <a:endParaRPr lang="en-US" sz="5000" spc="595">
              <a:solidFill>
                <a:srgbClr val="000000"/>
              </a:solidFill>
              <a:latin typeface="杨任东竹石体"/>
              <a:ea typeface="杨任东竹石体"/>
              <a:cs typeface="杨任东竹石体"/>
              <a:sym typeface="杨任东竹石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265779" y="9200493"/>
            <a:ext cx="2445022" cy="2173014"/>
          </a:xfrm>
          <a:custGeom>
            <a:avLst/>
            <a:gdLst/>
            <a:ahLst/>
            <a:cxnLst/>
            <a:rect l="l" t="t" r="r" b="b"/>
            <a:pathLst>
              <a:path w="2445022" h="2173014">
                <a:moveTo>
                  <a:pt x="2445022" y="0"/>
                </a:moveTo>
                <a:lnTo>
                  <a:pt x="0" y="0"/>
                </a:lnTo>
                <a:lnTo>
                  <a:pt x="0" y="2173014"/>
                </a:lnTo>
                <a:lnTo>
                  <a:pt x="2445022" y="2173014"/>
                </a:lnTo>
                <a:lnTo>
                  <a:pt x="24450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45960" y="-4908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95250" y="49312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265779" y="2479121"/>
            <a:ext cx="12585868" cy="6148993"/>
            <a:chOff x="0" y="0"/>
            <a:chExt cx="2490845" cy="12169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90845" cy="1216936"/>
            </a:xfrm>
            <a:custGeom>
              <a:avLst/>
              <a:gdLst/>
              <a:ahLst/>
              <a:cxnLst/>
              <a:rect l="l" t="t" r="r" b="b"/>
              <a:pathLst>
                <a:path w="2490845" h="1216936">
                  <a:moveTo>
                    <a:pt x="15993" y="0"/>
                  </a:moveTo>
                  <a:lnTo>
                    <a:pt x="2474852" y="0"/>
                  </a:lnTo>
                  <a:cubicBezTo>
                    <a:pt x="2479093" y="0"/>
                    <a:pt x="2483161" y="1685"/>
                    <a:pt x="2486161" y="4684"/>
                  </a:cubicBezTo>
                  <a:cubicBezTo>
                    <a:pt x="2489160" y="7684"/>
                    <a:pt x="2490845" y="11752"/>
                    <a:pt x="2490845" y="15993"/>
                  </a:cubicBezTo>
                  <a:lnTo>
                    <a:pt x="2490845" y="1200942"/>
                  </a:lnTo>
                  <a:cubicBezTo>
                    <a:pt x="2490845" y="1205184"/>
                    <a:pt x="2489160" y="1209252"/>
                    <a:pt x="2486161" y="1212251"/>
                  </a:cubicBezTo>
                  <a:cubicBezTo>
                    <a:pt x="2483161" y="1215251"/>
                    <a:pt x="2479093" y="1216936"/>
                    <a:pt x="2474852" y="1216936"/>
                  </a:cubicBezTo>
                  <a:lnTo>
                    <a:pt x="15993" y="1216936"/>
                  </a:lnTo>
                  <a:cubicBezTo>
                    <a:pt x="11752" y="1216936"/>
                    <a:pt x="7684" y="1215251"/>
                    <a:pt x="4684" y="1212251"/>
                  </a:cubicBezTo>
                  <a:cubicBezTo>
                    <a:pt x="1685" y="1209252"/>
                    <a:pt x="0" y="1205184"/>
                    <a:pt x="0" y="1200942"/>
                  </a:cubicBezTo>
                  <a:lnTo>
                    <a:pt x="0" y="15993"/>
                  </a:lnTo>
                  <a:cubicBezTo>
                    <a:pt x="0" y="11752"/>
                    <a:pt x="1685" y="7684"/>
                    <a:pt x="4684" y="4684"/>
                  </a:cubicBezTo>
                  <a:cubicBezTo>
                    <a:pt x="7684" y="1685"/>
                    <a:pt x="11752" y="0"/>
                    <a:pt x="15993" y="0"/>
                  </a:cubicBezTo>
                  <a:close/>
                </a:path>
              </a:pathLst>
            </a:custGeom>
            <a:blipFill>
              <a:blip r:embed="rId4"/>
              <a:stretch>
                <a:fillRect l="-240" r="-240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577129" y="6826534"/>
            <a:ext cx="4395511" cy="3460466"/>
          </a:xfrm>
          <a:custGeom>
            <a:avLst/>
            <a:gdLst/>
            <a:ahLst/>
            <a:cxnLst/>
            <a:rect l="l" t="t" r="r" b="b"/>
            <a:pathLst>
              <a:path w="4395511" h="3460466">
                <a:moveTo>
                  <a:pt x="0" y="0"/>
                </a:moveTo>
                <a:lnTo>
                  <a:pt x="4395511" y="0"/>
                </a:lnTo>
                <a:lnTo>
                  <a:pt x="4395511" y="3460466"/>
                </a:lnTo>
                <a:lnTo>
                  <a:pt x="0" y="34604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67330" y="836765"/>
            <a:ext cx="9196103" cy="106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戀愛匹配 - 背景音樂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95250" y="635995"/>
            <a:ext cx="9196103" cy="106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戀愛匹配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2265779" y="9200493"/>
            <a:ext cx="2445022" cy="2173014"/>
          </a:xfrm>
          <a:custGeom>
            <a:avLst/>
            <a:gdLst/>
            <a:ahLst/>
            <a:cxnLst/>
            <a:rect l="l" t="t" r="r" b="b"/>
            <a:pathLst>
              <a:path w="2445022" h="2173014">
                <a:moveTo>
                  <a:pt x="2445022" y="0"/>
                </a:moveTo>
                <a:lnTo>
                  <a:pt x="0" y="0"/>
                </a:lnTo>
                <a:lnTo>
                  <a:pt x="0" y="2173014"/>
                </a:lnTo>
                <a:lnTo>
                  <a:pt x="2445022" y="2173014"/>
                </a:lnTo>
                <a:lnTo>
                  <a:pt x="24450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545960" y="-4908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95250" y="49312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76763" y="2771408"/>
            <a:ext cx="8372752" cy="5765189"/>
            <a:chOff x="0" y="0"/>
            <a:chExt cx="1981758" cy="13645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81758" cy="1364571"/>
            </a:xfrm>
            <a:custGeom>
              <a:avLst/>
              <a:gdLst/>
              <a:ahLst/>
              <a:cxnLst/>
              <a:rect l="l" t="t" r="r" b="b"/>
              <a:pathLst>
                <a:path w="1981758" h="1364571">
                  <a:moveTo>
                    <a:pt x="24041" y="0"/>
                  </a:moveTo>
                  <a:lnTo>
                    <a:pt x="1957717" y="0"/>
                  </a:lnTo>
                  <a:cubicBezTo>
                    <a:pt x="1970995" y="0"/>
                    <a:pt x="1981758" y="10764"/>
                    <a:pt x="1981758" y="24041"/>
                  </a:cubicBezTo>
                  <a:lnTo>
                    <a:pt x="1981758" y="1340530"/>
                  </a:lnTo>
                  <a:cubicBezTo>
                    <a:pt x="1981758" y="1346906"/>
                    <a:pt x="1979226" y="1353021"/>
                    <a:pt x="1974717" y="1357529"/>
                  </a:cubicBezTo>
                  <a:cubicBezTo>
                    <a:pt x="1970208" y="1362038"/>
                    <a:pt x="1964093" y="1364571"/>
                    <a:pt x="1957717" y="1364571"/>
                  </a:cubicBezTo>
                  <a:lnTo>
                    <a:pt x="24041" y="1364571"/>
                  </a:lnTo>
                  <a:cubicBezTo>
                    <a:pt x="10764" y="1364571"/>
                    <a:pt x="0" y="1353807"/>
                    <a:pt x="0" y="1340530"/>
                  </a:cubicBezTo>
                  <a:lnTo>
                    <a:pt x="0" y="24041"/>
                  </a:lnTo>
                  <a:cubicBezTo>
                    <a:pt x="0" y="10764"/>
                    <a:pt x="10764" y="0"/>
                    <a:pt x="24041" y="0"/>
                  </a:cubicBezTo>
                  <a:close/>
                </a:path>
              </a:pathLst>
            </a:custGeom>
            <a:blipFill>
              <a:blip r:embed="rId4"/>
              <a:stretch>
                <a:fillRect l="-3156" r="-315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144000" y="2771408"/>
            <a:ext cx="8707727" cy="5593510"/>
            <a:chOff x="0" y="0"/>
            <a:chExt cx="2124303" cy="13645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24303" cy="1364571"/>
            </a:xfrm>
            <a:custGeom>
              <a:avLst/>
              <a:gdLst/>
              <a:ahLst/>
              <a:cxnLst/>
              <a:rect l="l" t="t" r="r" b="b"/>
              <a:pathLst>
                <a:path w="2124303" h="1364571">
                  <a:moveTo>
                    <a:pt x="23116" y="0"/>
                  </a:moveTo>
                  <a:lnTo>
                    <a:pt x="2101186" y="0"/>
                  </a:lnTo>
                  <a:cubicBezTo>
                    <a:pt x="2107317" y="0"/>
                    <a:pt x="2113197" y="2435"/>
                    <a:pt x="2117532" y="6771"/>
                  </a:cubicBezTo>
                  <a:cubicBezTo>
                    <a:pt x="2121867" y="11106"/>
                    <a:pt x="2124303" y="16985"/>
                    <a:pt x="2124303" y="23116"/>
                  </a:cubicBezTo>
                  <a:lnTo>
                    <a:pt x="2124303" y="1341454"/>
                  </a:lnTo>
                  <a:cubicBezTo>
                    <a:pt x="2124303" y="1354221"/>
                    <a:pt x="2113953" y="1364571"/>
                    <a:pt x="2101186" y="1364571"/>
                  </a:cubicBezTo>
                  <a:lnTo>
                    <a:pt x="23116" y="1364571"/>
                  </a:lnTo>
                  <a:cubicBezTo>
                    <a:pt x="10349" y="1364571"/>
                    <a:pt x="0" y="1354221"/>
                    <a:pt x="0" y="1341454"/>
                  </a:cubicBezTo>
                  <a:lnTo>
                    <a:pt x="0" y="23116"/>
                  </a:lnTo>
                  <a:cubicBezTo>
                    <a:pt x="0" y="10349"/>
                    <a:pt x="10349" y="0"/>
                    <a:pt x="23116" y="0"/>
                  </a:cubicBezTo>
                  <a:close/>
                </a:path>
              </a:pathLst>
            </a:custGeom>
            <a:blipFill>
              <a:blip r:embed="rId5"/>
              <a:stretch>
                <a:fillRect l="-275" r="-275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rot="940519">
            <a:off x="7703363" y="462345"/>
            <a:ext cx="2092304" cy="1274403"/>
          </a:xfrm>
          <a:custGeom>
            <a:avLst/>
            <a:gdLst/>
            <a:ahLst/>
            <a:cxnLst/>
            <a:rect l="l" t="t" r="r" b="b"/>
            <a:pathLst>
              <a:path w="2092304" h="1274403">
                <a:moveTo>
                  <a:pt x="0" y="0"/>
                </a:moveTo>
                <a:lnTo>
                  <a:pt x="2092304" y="0"/>
                </a:lnTo>
                <a:lnTo>
                  <a:pt x="2092304" y="1274403"/>
                </a:lnTo>
                <a:lnTo>
                  <a:pt x="0" y="1274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3164085">
            <a:off x="13592274" y="9351410"/>
            <a:ext cx="2092304" cy="1274403"/>
          </a:xfrm>
          <a:custGeom>
            <a:avLst/>
            <a:gdLst/>
            <a:ahLst/>
            <a:cxnLst/>
            <a:rect l="l" t="t" r="r" b="b"/>
            <a:pathLst>
              <a:path w="2092304" h="1274403">
                <a:moveTo>
                  <a:pt x="0" y="0"/>
                </a:moveTo>
                <a:lnTo>
                  <a:pt x="2092304" y="0"/>
                </a:lnTo>
                <a:lnTo>
                  <a:pt x="2092304" y="1274403"/>
                </a:lnTo>
                <a:lnTo>
                  <a:pt x="0" y="1274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4809" y="836765"/>
            <a:ext cx="9196103" cy="106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各項功能說明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5292860" y="8756404"/>
            <a:ext cx="2445022" cy="2173014"/>
          </a:xfrm>
          <a:custGeom>
            <a:avLst/>
            <a:gdLst/>
            <a:ahLst/>
            <a:cxnLst/>
            <a:rect l="l" t="t" r="r" b="b"/>
            <a:pathLst>
              <a:path w="2445022" h="2173014">
                <a:moveTo>
                  <a:pt x="2445022" y="0"/>
                </a:moveTo>
                <a:lnTo>
                  <a:pt x="0" y="0"/>
                </a:lnTo>
                <a:lnTo>
                  <a:pt x="0" y="2173013"/>
                </a:lnTo>
                <a:lnTo>
                  <a:pt x="2445022" y="2173013"/>
                </a:lnTo>
                <a:lnTo>
                  <a:pt x="24450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545960" y="-4908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95250" y="49312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76634" y="6418304"/>
            <a:ext cx="4896006" cy="4114800"/>
          </a:xfrm>
          <a:custGeom>
            <a:avLst/>
            <a:gdLst/>
            <a:ahLst/>
            <a:cxnLst/>
            <a:rect l="l" t="t" r="r" b="b"/>
            <a:pathLst>
              <a:path w="4896006" h="4114800">
                <a:moveTo>
                  <a:pt x="0" y="0"/>
                </a:moveTo>
                <a:lnTo>
                  <a:pt x="4896006" y="0"/>
                </a:lnTo>
                <a:lnTo>
                  <a:pt x="48960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18109" y="2474203"/>
            <a:ext cx="3970447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40"/>
              </a:lnSpc>
            </a:pPr>
            <a:r>
              <a:rPr lang="en-US" sz="6000" spc="654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抽籤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18598" y="3542239"/>
            <a:ext cx="11178773" cy="472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背景音樂: 豆豆先生</a:t>
            </a:r>
          </a:p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OLED顯示: 抽籤中及圖片</a:t>
            </a:r>
          </a:p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互動方式: 測試前須透過按鈕切換到此模式，接著觸摸聖誕樹下的圓形，直到籤掉出來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265779" y="9200493"/>
            <a:ext cx="2445022" cy="2173014"/>
          </a:xfrm>
          <a:custGeom>
            <a:avLst/>
            <a:gdLst/>
            <a:ahLst/>
            <a:cxnLst/>
            <a:rect l="l" t="t" r="r" b="b"/>
            <a:pathLst>
              <a:path w="2445022" h="2173014">
                <a:moveTo>
                  <a:pt x="2445022" y="0"/>
                </a:moveTo>
                <a:lnTo>
                  <a:pt x="0" y="0"/>
                </a:lnTo>
                <a:lnTo>
                  <a:pt x="0" y="2173014"/>
                </a:lnTo>
                <a:lnTo>
                  <a:pt x="2445022" y="2173014"/>
                </a:lnTo>
                <a:lnTo>
                  <a:pt x="24450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45960" y="-4908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156165" y="514350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67330" y="2814734"/>
            <a:ext cx="14062493" cy="6148993"/>
            <a:chOff x="0" y="0"/>
            <a:chExt cx="2783081" cy="12169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83081" cy="1216936"/>
            </a:xfrm>
            <a:custGeom>
              <a:avLst/>
              <a:gdLst/>
              <a:ahLst/>
              <a:cxnLst/>
              <a:rect l="l" t="t" r="r" b="b"/>
              <a:pathLst>
                <a:path w="2783081" h="1216936">
                  <a:moveTo>
                    <a:pt x="14314" y="0"/>
                  </a:moveTo>
                  <a:lnTo>
                    <a:pt x="2768767" y="0"/>
                  </a:lnTo>
                  <a:cubicBezTo>
                    <a:pt x="2772564" y="0"/>
                    <a:pt x="2776204" y="1508"/>
                    <a:pt x="2778889" y="4192"/>
                  </a:cubicBezTo>
                  <a:cubicBezTo>
                    <a:pt x="2781573" y="6877"/>
                    <a:pt x="2783081" y="10518"/>
                    <a:pt x="2783081" y="14314"/>
                  </a:cubicBezTo>
                  <a:lnTo>
                    <a:pt x="2783081" y="1202622"/>
                  </a:lnTo>
                  <a:cubicBezTo>
                    <a:pt x="2783081" y="1206418"/>
                    <a:pt x="2781573" y="1210059"/>
                    <a:pt x="2778889" y="1212743"/>
                  </a:cubicBezTo>
                  <a:cubicBezTo>
                    <a:pt x="2776204" y="1215427"/>
                    <a:pt x="2772564" y="1216936"/>
                    <a:pt x="2768767" y="1216936"/>
                  </a:cubicBezTo>
                  <a:lnTo>
                    <a:pt x="14314" y="1216936"/>
                  </a:lnTo>
                  <a:cubicBezTo>
                    <a:pt x="10518" y="1216936"/>
                    <a:pt x="6877" y="1215427"/>
                    <a:pt x="4192" y="1212743"/>
                  </a:cubicBezTo>
                  <a:cubicBezTo>
                    <a:pt x="1508" y="1210059"/>
                    <a:pt x="0" y="1206418"/>
                    <a:pt x="0" y="1202622"/>
                  </a:cubicBezTo>
                  <a:lnTo>
                    <a:pt x="0" y="14314"/>
                  </a:lnTo>
                  <a:cubicBezTo>
                    <a:pt x="0" y="10518"/>
                    <a:pt x="1508" y="6877"/>
                    <a:pt x="4192" y="4192"/>
                  </a:cubicBezTo>
                  <a:cubicBezTo>
                    <a:pt x="6877" y="1508"/>
                    <a:pt x="10518" y="0"/>
                    <a:pt x="14314" y="0"/>
                  </a:cubicBezTo>
                  <a:close/>
                </a:path>
              </a:pathLst>
            </a:custGeom>
            <a:blipFill>
              <a:blip r:embed="rId4"/>
              <a:stretch>
                <a:fillRect l="-100" r="-100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rot="-2103262">
            <a:off x="85255" y="254792"/>
            <a:ext cx="3169472" cy="1814293"/>
          </a:xfrm>
          <a:custGeom>
            <a:avLst/>
            <a:gdLst/>
            <a:ahLst/>
            <a:cxnLst/>
            <a:rect l="l" t="t" r="r" b="b"/>
            <a:pathLst>
              <a:path w="3169472" h="1814293">
                <a:moveTo>
                  <a:pt x="0" y="0"/>
                </a:moveTo>
                <a:lnTo>
                  <a:pt x="3169472" y="0"/>
                </a:lnTo>
                <a:lnTo>
                  <a:pt x="3169472" y="1814293"/>
                </a:lnTo>
                <a:lnTo>
                  <a:pt x="0" y="18142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67330" y="1171575"/>
            <a:ext cx="9196103" cy="106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抽籤 - 背景音樂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12988" y="8906332"/>
            <a:ext cx="2445022" cy="2173014"/>
          </a:xfrm>
          <a:custGeom>
            <a:avLst/>
            <a:gdLst/>
            <a:ahLst/>
            <a:cxnLst/>
            <a:rect l="l" t="t" r="r" b="b"/>
            <a:pathLst>
              <a:path w="2445022" h="2173014">
                <a:moveTo>
                  <a:pt x="2445022" y="0"/>
                </a:moveTo>
                <a:lnTo>
                  <a:pt x="0" y="0"/>
                </a:lnTo>
                <a:lnTo>
                  <a:pt x="0" y="2173014"/>
                </a:lnTo>
                <a:lnTo>
                  <a:pt x="2445022" y="2173014"/>
                </a:lnTo>
                <a:lnTo>
                  <a:pt x="2445022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91608" y="28824"/>
            <a:ext cx="3166457" cy="3792164"/>
          </a:xfrm>
          <a:custGeom>
            <a:avLst/>
            <a:gdLst/>
            <a:ahLst/>
            <a:cxnLst/>
            <a:rect l="l" t="t" r="r" b="b"/>
            <a:pathLst>
              <a:path w="3166457" h="3792164">
                <a:moveTo>
                  <a:pt x="0" y="0"/>
                </a:moveTo>
                <a:lnTo>
                  <a:pt x="3166457" y="0"/>
                </a:lnTo>
                <a:lnTo>
                  <a:pt x="3166457" y="3792164"/>
                </a:lnTo>
                <a:lnTo>
                  <a:pt x="0" y="3792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7981535" y="-6051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1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1" y="1267962"/>
                </a:lnTo>
                <a:lnTo>
                  <a:pt x="142668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95250" y="49312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627943" y="2212218"/>
            <a:ext cx="9158981" cy="7780621"/>
            <a:chOff x="0" y="0"/>
            <a:chExt cx="2421905" cy="20574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21905" cy="2057426"/>
            </a:xfrm>
            <a:custGeom>
              <a:avLst/>
              <a:gdLst/>
              <a:ahLst/>
              <a:cxnLst/>
              <a:rect l="l" t="t" r="r" b="b"/>
              <a:pathLst>
                <a:path w="2421905" h="2057426">
                  <a:moveTo>
                    <a:pt x="21977" y="0"/>
                  </a:moveTo>
                  <a:lnTo>
                    <a:pt x="2399928" y="0"/>
                  </a:lnTo>
                  <a:cubicBezTo>
                    <a:pt x="2412066" y="0"/>
                    <a:pt x="2421905" y="9840"/>
                    <a:pt x="2421905" y="21977"/>
                  </a:cubicBezTo>
                  <a:lnTo>
                    <a:pt x="2421905" y="2035449"/>
                  </a:lnTo>
                  <a:cubicBezTo>
                    <a:pt x="2421905" y="2041278"/>
                    <a:pt x="2419590" y="2046868"/>
                    <a:pt x="2415468" y="2050989"/>
                  </a:cubicBezTo>
                  <a:cubicBezTo>
                    <a:pt x="2411347" y="2055111"/>
                    <a:pt x="2405757" y="2057426"/>
                    <a:pt x="2399928" y="2057426"/>
                  </a:cubicBezTo>
                  <a:lnTo>
                    <a:pt x="21977" y="2057426"/>
                  </a:lnTo>
                  <a:cubicBezTo>
                    <a:pt x="16149" y="2057426"/>
                    <a:pt x="10559" y="2055111"/>
                    <a:pt x="6437" y="2050989"/>
                  </a:cubicBezTo>
                  <a:cubicBezTo>
                    <a:pt x="2315" y="2046868"/>
                    <a:pt x="0" y="2041278"/>
                    <a:pt x="0" y="2035449"/>
                  </a:cubicBezTo>
                  <a:lnTo>
                    <a:pt x="0" y="21977"/>
                  </a:lnTo>
                  <a:cubicBezTo>
                    <a:pt x="0" y="16149"/>
                    <a:pt x="2315" y="10559"/>
                    <a:pt x="6437" y="6437"/>
                  </a:cubicBezTo>
                  <a:cubicBezTo>
                    <a:pt x="10559" y="2315"/>
                    <a:pt x="16149" y="0"/>
                    <a:pt x="21977" y="0"/>
                  </a:cubicBezTo>
                  <a:close/>
                </a:path>
              </a:pathLst>
            </a:custGeom>
            <a:blipFill>
              <a:blip r:embed="rId5"/>
              <a:stretch>
                <a:fillRect t="-120" b="-120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4580979" y="6197523"/>
            <a:ext cx="3207497" cy="3892594"/>
          </a:xfrm>
          <a:custGeom>
            <a:avLst/>
            <a:gdLst/>
            <a:ahLst/>
            <a:cxnLst/>
            <a:rect l="l" t="t" r="r" b="b"/>
            <a:pathLst>
              <a:path w="3207497" h="3892594">
                <a:moveTo>
                  <a:pt x="0" y="0"/>
                </a:moveTo>
                <a:lnTo>
                  <a:pt x="3207498" y="0"/>
                </a:lnTo>
                <a:lnTo>
                  <a:pt x="3207498" y="3892594"/>
                </a:lnTo>
                <a:lnTo>
                  <a:pt x="0" y="3892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1625791" y="854929"/>
            <a:ext cx="9196103" cy="106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抽籤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77" r="-92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4809" y="836765"/>
            <a:ext cx="9196103" cy="106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各項功能說明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321556" y="8953287"/>
            <a:ext cx="2445022" cy="2173014"/>
          </a:xfrm>
          <a:custGeom>
            <a:avLst/>
            <a:gdLst/>
            <a:ahLst/>
            <a:cxnLst/>
            <a:rect l="l" t="t" r="r" b="b"/>
            <a:pathLst>
              <a:path w="2445022" h="2173014">
                <a:moveTo>
                  <a:pt x="2445023" y="0"/>
                </a:moveTo>
                <a:lnTo>
                  <a:pt x="0" y="0"/>
                </a:lnTo>
                <a:lnTo>
                  <a:pt x="0" y="2173014"/>
                </a:lnTo>
                <a:lnTo>
                  <a:pt x="2445023" y="2173014"/>
                </a:lnTo>
                <a:lnTo>
                  <a:pt x="244502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545960" y="-490857"/>
            <a:ext cx="1426681" cy="1267962"/>
          </a:xfrm>
          <a:custGeom>
            <a:avLst/>
            <a:gdLst/>
            <a:ahLst/>
            <a:cxnLst/>
            <a:rect l="l" t="t" r="r" b="b"/>
            <a:pathLst>
              <a:path w="1426681" h="1267962">
                <a:moveTo>
                  <a:pt x="1426680" y="0"/>
                </a:moveTo>
                <a:lnTo>
                  <a:pt x="0" y="0"/>
                </a:lnTo>
                <a:lnTo>
                  <a:pt x="0" y="1267962"/>
                </a:lnTo>
                <a:lnTo>
                  <a:pt x="1426680" y="1267962"/>
                </a:lnTo>
                <a:lnTo>
                  <a:pt x="142668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95250" y="493120"/>
            <a:ext cx="1816475" cy="1614393"/>
          </a:xfrm>
          <a:custGeom>
            <a:avLst/>
            <a:gdLst/>
            <a:ahLst/>
            <a:cxnLst/>
            <a:rect l="l" t="t" r="r" b="b"/>
            <a:pathLst>
              <a:path w="1816475" h="1614393">
                <a:moveTo>
                  <a:pt x="1816475" y="0"/>
                </a:moveTo>
                <a:lnTo>
                  <a:pt x="0" y="0"/>
                </a:lnTo>
                <a:lnTo>
                  <a:pt x="0" y="1614393"/>
                </a:lnTo>
                <a:lnTo>
                  <a:pt x="1816475" y="1614393"/>
                </a:lnTo>
                <a:lnTo>
                  <a:pt x="181647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129026" y="2038304"/>
            <a:ext cx="9524040" cy="7932281"/>
            <a:chOff x="0" y="0"/>
            <a:chExt cx="2466374" cy="20541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66374" cy="2054167"/>
            </a:xfrm>
            <a:custGeom>
              <a:avLst/>
              <a:gdLst/>
              <a:ahLst/>
              <a:cxnLst/>
              <a:rect l="l" t="t" r="r" b="b"/>
              <a:pathLst>
                <a:path w="2466374" h="2054167">
                  <a:moveTo>
                    <a:pt x="21135" y="0"/>
                  </a:moveTo>
                  <a:lnTo>
                    <a:pt x="2445239" y="0"/>
                  </a:lnTo>
                  <a:cubicBezTo>
                    <a:pt x="2450844" y="0"/>
                    <a:pt x="2456220" y="2227"/>
                    <a:pt x="2460183" y="6190"/>
                  </a:cubicBezTo>
                  <a:cubicBezTo>
                    <a:pt x="2464147" y="10154"/>
                    <a:pt x="2466374" y="15530"/>
                    <a:pt x="2466374" y="21135"/>
                  </a:cubicBezTo>
                  <a:lnTo>
                    <a:pt x="2466374" y="2033032"/>
                  </a:lnTo>
                  <a:cubicBezTo>
                    <a:pt x="2466374" y="2038637"/>
                    <a:pt x="2464147" y="2044013"/>
                    <a:pt x="2460183" y="2047977"/>
                  </a:cubicBezTo>
                  <a:cubicBezTo>
                    <a:pt x="2456220" y="2051940"/>
                    <a:pt x="2450844" y="2054167"/>
                    <a:pt x="2445239" y="2054167"/>
                  </a:cubicBezTo>
                  <a:lnTo>
                    <a:pt x="21135" y="2054167"/>
                  </a:lnTo>
                  <a:cubicBezTo>
                    <a:pt x="15530" y="2054167"/>
                    <a:pt x="10154" y="2051940"/>
                    <a:pt x="6190" y="2047977"/>
                  </a:cubicBezTo>
                  <a:cubicBezTo>
                    <a:pt x="2227" y="2044013"/>
                    <a:pt x="0" y="2038637"/>
                    <a:pt x="0" y="2033032"/>
                  </a:cubicBezTo>
                  <a:lnTo>
                    <a:pt x="0" y="21135"/>
                  </a:lnTo>
                  <a:cubicBezTo>
                    <a:pt x="0" y="15530"/>
                    <a:pt x="2227" y="10154"/>
                    <a:pt x="6190" y="6190"/>
                  </a:cubicBezTo>
                  <a:cubicBezTo>
                    <a:pt x="10154" y="2227"/>
                    <a:pt x="15530" y="0"/>
                    <a:pt x="21135" y="0"/>
                  </a:cubicBezTo>
                  <a:close/>
                </a:path>
              </a:pathLst>
            </a:custGeom>
            <a:blipFill>
              <a:blip r:embed="rId4"/>
              <a:stretch>
                <a:fillRect t="-647" b="-647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rot="-1971103">
            <a:off x="4727718" y="8621098"/>
            <a:ext cx="2092304" cy="1274403"/>
          </a:xfrm>
          <a:custGeom>
            <a:avLst/>
            <a:gdLst/>
            <a:ahLst/>
            <a:cxnLst/>
            <a:rect l="l" t="t" r="r" b="b"/>
            <a:pathLst>
              <a:path w="2092304" h="1274403">
                <a:moveTo>
                  <a:pt x="0" y="0"/>
                </a:moveTo>
                <a:lnTo>
                  <a:pt x="2092304" y="0"/>
                </a:lnTo>
                <a:lnTo>
                  <a:pt x="2092304" y="1274404"/>
                </a:lnTo>
                <a:lnTo>
                  <a:pt x="0" y="1274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22413" y="2260651"/>
            <a:ext cx="3970447" cy="97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40"/>
              </a:lnSpc>
            </a:pPr>
            <a:r>
              <a:rPr lang="en-US" sz="6000" spc="654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下雪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87055" y="3566045"/>
            <a:ext cx="5124611" cy="472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5000" spc="5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按下聖誕樹後方的觸控部分，控制繼電器和風扇，讓雪花飛出來</a:t>
            </a:r>
          </a:p>
        </p:txBody>
      </p:sp>
      <p:sp>
        <p:nvSpPr>
          <p:cNvPr id="12" name="Freeform 12"/>
          <p:cNvSpPr/>
          <p:nvPr/>
        </p:nvSpPr>
        <p:spPr>
          <a:xfrm rot="357131">
            <a:off x="11844894" y="391498"/>
            <a:ext cx="2092304" cy="1274403"/>
          </a:xfrm>
          <a:custGeom>
            <a:avLst/>
            <a:gdLst/>
            <a:ahLst/>
            <a:cxnLst/>
            <a:rect l="l" t="t" r="r" b="b"/>
            <a:pathLst>
              <a:path w="2092304" h="1274403">
                <a:moveTo>
                  <a:pt x="0" y="0"/>
                </a:moveTo>
                <a:lnTo>
                  <a:pt x="2092305" y="0"/>
                </a:lnTo>
                <a:lnTo>
                  <a:pt x="2092305" y="1274404"/>
                </a:lnTo>
                <a:lnTo>
                  <a:pt x="0" y="1274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t="-22611" r="-45362"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923047" y="1998401"/>
            <a:ext cx="5348675" cy="7640964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lnTo>
                    <a:pt x="2222500" y="6350000"/>
                  </a:ln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lnTo>
                    <a:pt x="2222500" y="0"/>
                  </a:ln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3506" r="-350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-258031" y="388945"/>
            <a:ext cx="7908424" cy="1489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45"/>
              </a:lnSpc>
            </a:pPr>
            <a:r>
              <a:rPr lang="en-US" sz="1114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成果圖片</a:t>
            </a:r>
          </a:p>
        </p:txBody>
      </p:sp>
      <p:sp>
        <p:nvSpPr>
          <p:cNvPr id="6" name="Freeform 6"/>
          <p:cNvSpPr/>
          <p:nvPr/>
        </p:nvSpPr>
        <p:spPr>
          <a:xfrm>
            <a:off x="15271722" y="0"/>
            <a:ext cx="2421854" cy="3676439"/>
          </a:xfrm>
          <a:custGeom>
            <a:avLst/>
            <a:gdLst/>
            <a:ahLst/>
            <a:cxnLst/>
            <a:rect l="l" t="t" r="r" b="b"/>
            <a:pathLst>
              <a:path w="2421854" h="3676439">
                <a:moveTo>
                  <a:pt x="0" y="0"/>
                </a:moveTo>
                <a:lnTo>
                  <a:pt x="2421854" y="0"/>
                </a:lnTo>
                <a:lnTo>
                  <a:pt x="2421854" y="3676439"/>
                </a:lnTo>
                <a:lnTo>
                  <a:pt x="0" y="3676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845462" y="8197055"/>
            <a:ext cx="2214277" cy="1967939"/>
          </a:xfrm>
          <a:custGeom>
            <a:avLst/>
            <a:gdLst/>
            <a:ahLst/>
            <a:cxnLst/>
            <a:rect l="l" t="t" r="r" b="b"/>
            <a:pathLst>
              <a:path w="2214277" h="1967939">
                <a:moveTo>
                  <a:pt x="2214277" y="0"/>
                </a:moveTo>
                <a:lnTo>
                  <a:pt x="0" y="0"/>
                </a:lnTo>
                <a:lnTo>
                  <a:pt x="0" y="1967939"/>
                </a:lnTo>
                <a:lnTo>
                  <a:pt x="2214277" y="1967939"/>
                </a:lnTo>
                <a:lnTo>
                  <a:pt x="2214277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5271722" y="9281764"/>
            <a:ext cx="1987578" cy="1766460"/>
          </a:xfrm>
          <a:custGeom>
            <a:avLst/>
            <a:gdLst/>
            <a:ahLst/>
            <a:cxnLst/>
            <a:rect l="l" t="t" r="r" b="b"/>
            <a:pathLst>
              <a:path w="1987578" h="1766460">
                <a:moveTo>
                  <a:pt x="1987578" y="0"/>
                </a:moveTo>
                <a:lnTo>
                  <a:pt x="0" y="0"/>
                </a:lnTo>
                <a:lnTo>
                  <a:pt x="0" y="1766460"/>
                </a:lnTo>
                <a:lnTo>
                  <a:pt x="1987578" y="1766460"/>
                </a:lnTo>
                <a:lnTo>
                  <a:pt x="1987578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3281233" y="2034738"/>
            <a:ext cx="5323238" cy="7604626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2222500" y="6350000"/>
                  </a:moveTo>
                  <a:lnTo>
                    <a:pt x="2222500" y="6350000"/>
                  </a:ln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lnTo>
                    <a:pt x="2222500" y="0"/>
                  </a:ln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3506" r="-3506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4"/>
            <a:stretch>
              <a:fillRect l="-9277" r="-92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31833" y="581296"/>
            <a:ext cx="13656599" cy="1607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25"/>
              </a:lnSpc>
            </a:pPr>
            <a:r>
              <a:rPr lang="en-US" sz="1192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</a:rPr>
              <a:t>成果展示影片</a:t>
            </a:r>
          </a:p>
        </p:txBody>
      </p:sp>
      <p:sp>
        <p:nvSpPr>
          <p:cNvPr id="4" name="Freeform 4"/>
          <p:cNvSpPr/>
          <p:nvPr/>
        </p:nvSpPr>
        <p:spPr>
          <a:xfrm flipH="1">
            <a:off x="343071" y="3903807"/>
            <a:ext cx="2421341" cy="2151967"/>
          </a:xfrm>
          <a:custGeom>
            <a:avLst/>
            <a:gdLst/>
            <a:ahLst/>
            <a:cxnLst/>
            <a:rect l="l" t="t" r="r" b="b"/>
            <a:pathLst>
              <a:path w="2421341" h="2151967">
                <a:moveTo>
                  <a:pt x="2421341" y="0"/>
                </a:moveTo>
                <a:lnTo>
                  <a:pt x="0" y="0"/>
                </a:lnTo>
                <a:lnTo>
                  <a:pt x="0" y="2151967"/>
                </a:lnTo>
                <a:lnTo>
                  <a:pt x="2421341" y="2151967"/>
                </a:lnTo>
                <a:lnTo>
                  <a:pt x="2421341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972299" y="1938117"/>
            <a:ext cx="1661360" cy="1476534"/>
          </a:xfrm>
          <a:custGeom>
            <a:avLst/>
            <a:gdLst/>
            <a:ahLst/>
            <a:cxnLst/>
            <a:rect l="l" t="t" r="r" b="b"/>
            <a:pathLst>
              <a:path w="1661360" h="1476534">
                <a:moveTo>
                  <a:pt x="1661360" y="0"/>
                </a:moveTo>
                <a:lnTo>
                  <a:pt x="0" y="0"/>
                </a:lnTo>
                <a:lnTo>
                  <a:pt x="0" y="1476534"/>
                </a:lnTo>
                <a:lnTo>
                  <a:pt x="1661360" y="1476534"/>
                </a:lnTo>
                <a:lnTo>
                  <a:pt x="166136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H="1">
            <a:off x="1658747" y="444832"/>
            <a:ext cx="1313907" cy="1167735"/>
          </a:xfrm>
          <a:custGeom>
            <a:avLst/>
            <a:gdLst/>
            <a:ahLst/>
            <a:cxnLst/>
            <a:rect l="l" t="t" r="r" b="b"/>
            <a:pathLst>
              <a:path w="1313907" h="1167735">
                <a:moveTo>
                  <a:pt x="1313907" y="0"/>
                </a:moveTo>
                <a:lnTo>
                  <a:pt x="0" y="0"/>
                </a:lnTo>
                <a:lnTo>
                  <a:pt x="0" y="1167736"/>
                </a:lnTo>
                <a:lnTo>
                  <a:pt x="1313907" y="1167736"/>
                </a:lnTo>
                <a:lnTo>
                  <a:pt x="1313907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74265" y="9220200"/>
            <a:ext cx="12188181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9"/>
              </a:lnSpc>
            </a:pPr>
            <a:r>
              <a:rPr lang="en-US" sz="3999" u="sng" spc="435">
                <a:solidFill>
                  <a:srgbClr val="000000"/>
                </a:solidFill>
                <a:latin typeface="杨任东竹石体"/>
                <a:ea typeface="杨任东竹石体"/>
                <a:cs typeface="杨任东竹石体"/>
                <a:sym typeface="杨任东竹石体"/>
                <a:hlinkClick r:id="rId6" tooltip="https://youtu.be/tX0Dwd4_uZA"/>
              </a:rPr>
              <a:t>youtube連結:https://youtu.be/tX0Dwd4_uZA</a:t>
            </a:r>
          </a:p>
        </p:txBody>
      </p:sp>
      <p:pic>
        <p:nvPicPr>
          <p:cNvPr id="9" name="756393493.656154">
            <a:hlinkClick r:id="" action="ppaction://media"/>
            <a:extLst>
              <a:ext uri="{FF2B5EF4-FFF2-40B4-BE49-F238E27FC236}">
                <a16:creationId xmlns:a16="http://schemas.microsoft.com/office/drawing/2014/main" id="{BEE94220-EFBB-0726-557A-1245903EBB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410122" y="2342867"/>
            <a:ext cx="11467756" cy="6450613"/>
          </a:xfrm>
          <a:prstGeom prst="roundRect">
            <a:avLst>
              <a:gd name="adj" fmla="val 5299"/>
            </a:avLst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plastic">
            <a:bevelT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16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152</Words>
  <Application>Microsoft Office PowerPoint</Application>
  <PresentationFormat>自訂</PresentationFormat>
  <Paragraphs>44</Paragraphs>
  <Slides>18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Arial</vt:lpstr>
      <vt:lpstr>Calibri</vt:lpstr>
      <vt:lpstr>杨任东竹石体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米色紅色和綠色手工製作問候聖誕節簡報</dc:title>
  <cp:lastModifiedBy>采嫻 邱</cp:lastModifiedBy>
  <cp:revision>4</cp:revision>
  <dcterms:created xsi:type="dcterms:W3CDTF">2006-08-16T00:00:00Z</dcterms:created>
  <dcterms:modified xsi:type="dcterms:W3CDTF">2024-12-21T11:41:43Z</dcterms:modified>
  <dc:identifier>DAGZ1I5ewOs</dc:identifier>
</cp:coreProperties>
</file>